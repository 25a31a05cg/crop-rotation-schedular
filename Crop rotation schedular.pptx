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56" r:id="rId2"/>
    <p:sldId id="257" r:id="rId3"/>
    <p:sldId id="258" r:id="rId4"/>
    <p:sldId id="259" r:id="rId5"/>
    <p:sldId id="261" r:id="rId6"/>
    <p:sldId id="262" r:id="rId7"/>
    <p:sldId id="263" r:id="rId8"/>
    <p:sldId id="260" r:id="rId9"/>
    <p:sldId id="267" r:id="rId10"/>
    <p:sldId id="268" r:id="rId11"/>
    <p:sldId id="269" r:id="rId12"/>
    <p:sldId id="27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87"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788"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789"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790"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1"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792"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097153"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blip>
          <a:srcRect/>
          <a:stretch>
            <a:fillRect/>
          </a:stretch>
        </p:blipFill>
        <p:spPr bwMode="auto">
          <a:xfrm>
            <a:off x="0" y="-1"/>
            <a:ext cx="12192003" cy="6858001"/>
          </a:xfrm>
          <a:prstGeom prst="rect">
            <a:avLst/>
          </a:prstGeom>
          <a:noFill/>
        </p:spPr>
      </p:pic>
      <p:grpSp>
        <p:nvGrpSpPr>
          <p:cNvPr id="28"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gradFill>
        </p:grpSpPr>
        <p:sp>
          <p:nvSpPr>
            <p:cNvPr id="1048618" name="Rectangle 5"/>
            <p:cNvSpPr>
              <a:spLocks noChangeArrowheads="1"/>
            </p:cNvSpPr>
            <p:nvPr/>
          </p:nvSpPr>
          <p:spPr bwMode="auto">
            <a:xfrm>
              <a:off x="1209675" y="4763"/>
              <a:ext cx="23813" cy="2181225"/>
            </a:xfrm>
            <a:prstGeom prst="rect">
              <a:avLst/>
            </a:prstGeom>
            <a:grpFill/>
            <a:ln>
              <a:noFill/>
            </a:ln>
          </p:spPr>
        </p:sp>
        <p:sp>
          <p:nvSpPr>
            <p:cNvPr id="1048619"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620"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21" name="Rectangle 8"/>
            <p:cNvSpPr>
              <a:spLocks noChangeArrowheads="1"/>
            </p:cNvSpPr>
            <p:nvPr/>
          </p:nvSpPr>
          <p:spPr bwMode="auto">
            <a:xfrm>
              <a:off x="414338" y="9525"/>
              <a:ext cx="28575" cy="4481513"/>
            </a:xfrm>
            <a:prstGeom prst="rect">
              <a:avLst/>
            </a:prstGeom>
            <a:grpFill/>
            <a:ln>
              <a:noFill/>
            </a:ln>
          </p:spPr>
        </p:sp>
        <p:sp>
          <p:nvSpPr>
            <p:cNvPr id="1048622"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23"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p:spPr>
        </p:sp>
        <p:sp>
          <p:nvSpPr>
            <p:cNvPr id="1048624"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p:spPr>
        </p:sp>
        <p:sp>
          <p:nvSpPr>
            <p:cNvPr id="1048625"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626"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p:spPr>
        </p:sp>
        <p:sp>
          <p:nvSpPr>
            <p:cNvPr id="1048627"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sp>
        <p:sp>
          <p:nvSpPr>
            <p:cNvPr id="1048628"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29"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30"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p:spPr>
        </p:sp>
        <p:sp>
          <p:nvSpPr>
            <p:cNvPr id="1048631"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sp>
        <p:sp>
          <p:nvSpPr>
            <p:cNvPr id="1048632"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p:spPr>
        </p:sp>
        <p:sp>
          <p:nvSpPr>
            <p:cNvPr id="1048633"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p:spPr>
        </p:sp>
        <p:sp>
          <p:nvSpPr>
            <p:cNvPr id="1048634"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48635"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p:spPr>
        </p:sp>
        <p:sp>
          <p:nvSpPr>
            <p:cNvPr id="1048636"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p:spPr>
        </p:sp>
        <p:sp>
          <p:nvSpPr>
            <p:cNvPr id="1048637"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p:spPr>
        </p:sp>
        <p:sp>
          <p:nvSpPr>
            <p:cNvPr id="1048638"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p:spPr>
        </p:sp>
        <p:sp>
          <p:nvSpPr>
            <p:cNvPr id="1048639"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48640"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p:spPr>
        </p:sp>
        <p:sp>
          <p:nvSpPr>
            <p:cNvPr id="1048641"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48642"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p:spPr>
        </p:sp>
        <p:sp>
          <p:nvSpPr>
            <p:cNvPr id="1048643"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44"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p:spPr>
        </p:sp>
        <p:sp>
          <p:nvSpPr>
            <p:cNvPr id="1048645"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46" name="Rectangle 33"/>
            <p:cNvSpPr>
              <a:spLocks noChangeArrowheads="1"/>
            </p:cNvSpPr>
            <p:nvPr/>
          </p:nvSpPr>
          <p:spPr bwMode="auto">
            <a:xfrm>
              <a:off x="642938" y="6610350"/>
              <a:ext cx="23813" cy="242888"/>
            </a:xfrm>
            <a:prstGeom prst="rect">
              <a:avLst/>
            </a:prstGeom>
            <a:grpFill/>
            <a:ln>
              <a:noFill/>
            </a:ln>
          </p:spPr>
        </p:sp>
        <p:sp>
          <p:nvSpPr>
            <p:cNvPr id="1048647"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48"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p:spPr>
        </p:sp>
        <p:sp>
          <p:nvSpPr>
            <p:cNvPr id="1048649"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p:spPr>
        </p:sp>
        <p:sp>
          <p:nvSpPr>
            <p:cNvPr id="1048650"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p:spPr>
        </p:sp>
        <p:sp>
          <p:nvSpPr>
            <p:cNvPr id="1048651"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p:spPr>
        </p:sp>
        <p:sp>
          <p:nvSpPr>
            <p:cNvPr id="1048652"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sp>
        <p:sp>
          <p:nvSpPr>
            <p:cNvPr id="1048653"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1048654"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p:spPr>
        </p:sp>
        <p:sp>
          <p:nvSpPr>
            <p:cNvPr id="1048655"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p:spPr>
        </p:sp>
        <p:sp>
          <p:nvSpPr>
            <p:cNvPr id="1048656"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p:spPr>
        </p:sp>
        <p:sp>
          <p:nvSpPr>
            <p:cNvPr id="1048657"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1048658" name="Rectangle 45"/>
            <p:cNvSpPr>
              <a:spLocks noChangeArrowheads="1"/>
            </p:cNvSpPr>
            <p:nvPr/>
          </p:nvSpPr>
          <p:spPr bwMode="auto">
            <a:xfrm>
              <a:off x="1228725" y="4662488"/>
              <a:ext cx="23813" cy="2181225"/>
            </a:xfrm>
            <a:prstGeom prst="rect">
              <a:avLst/>
            </a:prstGeom>
            <a:grpFill/>
            <a:ln>
              <a:noFill/>
            </a:ln>
          </p:spPr>
        </p:sp>
        <p:sp>
          <p:nvSpPr>
            <p:cNvPr id="1048659"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p:spPr>
        </p:sp>
        <p:sp>
          <p:nvSpPr>
            <p:cNvPr id="1048660"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661"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p:spPr>
        </p:sp>
        <p:sp>
          <p:nvSpPr>
            <p:cNvPr id="1048662"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48663"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664"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p:spPr>
        </p:sp>
        <p:sp>
          <p:nvSpPr>
            <p:cNvPr id="1048665"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sp>
        <p:sp>
          <p:nvSpPr>
            <p:cNvPr id="1048666"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67"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68"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p:spPr>
        </p:sp>
        <p:sp>
          <p:nvSpPr>
            <p:cNvPr id="1048669"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sp>
        <p:sp>
          <p:nvSpPr>
            <p:cNvPr id="1048670"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p:spPr>
        </p:sp>
        <p:sp>
          <p:nvSpPr>
            <p:cNvPr id="1048671"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p:spPr>
        </p:sp>
      </p:grpSp>
      <p:sp>
        <p:nvSpPr>
          <p:cNvPr id="104867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104867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4867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9/6/2026</a:t>
            </a:fld>
            <a:endParaRPr lang="en-US" dirty="0"/>
          </a:p>
        </p:txBody>
      </p:sp>
      <p:sp>
        <p:nvSpPr>
          <p:cNvPr id="1048675" name="Footer Placeholder 4"/>
          <p:cNvSpPr>
            <a:spLocks noGrp="1"/>
          </p:cNvSpPr>
          <p:nvPr>
            <p:ph type="ftr" sz="quarter" idx="11"/>
          </p:nvPr>
        </p:nvSpPr>
        <p:spPr>
          <a:xfrm>
            <a:off x="1876424" y="5410201"/>
            <a:ext cx="5124886" cy="365125"/>
          </a:xfrm>
        </p:spPr>
        <p:txBody>
          <a:bodyPr/>
          <a:lstStyle/>
          <a:p>
            <a:endParaRPr lang="en-US" dirty="0"/>
          </a:p>
        </p:txBody>
      </p:sp>
      <p:sp>
        <p:nvSpPr>
          <p:cNvPr id="104867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9" name="Title 1"/>
          <p:cNvSpPr>
            <a:spLocks noGrp="1"/>
          </p:cNvSpPr>
          <p:nvPr>
            <p:ph type="title"/>
          </p:nvPr>
        </p:nvSpPr>
        <p:spPr/>
        <p:txBody>
          <a:bodyPr/>
          <a:lstStyle/>
          <a:p>
            <a:r>
              <a:rPr lang="en-US"/>
              <a:t>Click to edit Master title style</a:t>
            </a:r>
            <a:endParaRPr lang="en-US" dirty="0"/>
          </a:p>
        </p:txBody>
      </p:sp>
      <p:sp>
        <p:nvSpPr>
          <p:cNvPr id="1048750"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51" name="Date Placeholder 3"/>
          <p:cNvSpPr>
            <a:spLocks noGrp="1"/>
          </p:cNvSpPr>
          <p:nvPr>
            <p:ph type="dt" sz="half" idx="10"/>
          </p:nvPr>
        </p:nvSpPr>
        <p:spPr/>
        <p:txBody>
          <a:bodyPr/>
          <a:lstStyle/>
          <a:p>
            <a:fld id="{48A87A34-81AB-432B-8DAE-1953F412C126}" type="datetimeFigureOut">
              <a:rPr lang="en-US" dirty="0"/>
              <a:t>9/6/2026</a:t>
            </a:fld>
            <a:endParaRPr lang="en-US" dirty="0"/>
          </a:p>
        </p:txBody>
      </p:sp>
      <p:sp>
        <p:nvSpPr>
          <p:cNvPr id="1048752" name="Footer Placeholder 4"/>
          <p:cNvSpPr>
            <a:spLocks noGrp="1"/>
          </p:cNvSpPr>
          <p:nvPr>
            <p:ph type="ftr" sz="quarter" idx="11"/>
          </p:nvPr>
        </p:nvSpPr>
        <p:spPr/>
        <p:txBody>
          <a:bodyPr/>
          <a:lstStyle/>
          <a:p>
            <a:endParaRPr lang="en-US" dirty="0"/>
          </a:p>
        </p:txBody>
      </p:sp>
      <p:sp>
        <p:nvSpPr>
          <p:cNvPr id="1048753"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20"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1048721"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722" name="Date Placeholder 3"/>
          <p:cNvSpPr>
            <a:spLocks noGrp="1"/>
          </p:cNvSpPr>
          <p:nvPr>
            <p:ph type="dt" sz="half" idx="10"/>
          </p:nvPr>
        </p:nvSpPr>
        <p:spPr/>
        <p:txBody>
          <a:bodyPr/>
          <a:lstStyle/>
          <a:p>
            <a:fld id="{48A87A34-81AB-432B-8DAE-1953F412C126}" type="datetimeFigureOut">
              <a:rPr lang="en-US" dirty="0"/>
              <a:t>9/6/2026</a:t>
            </a:fld>
            <a:endParaRPr lang="en-US" dirty="0"/>
          </a:p>
        </p:txBody>
      </p:sp>
      <p:sp>
        <p:nvSpPr>
          <p:cNvPr id="1048723" name="Footer Placeholder 4"/>
          <p:cNvSpPr>
            <a:spLocks noGrp="1"/>
          </p:cNvSpPr>
          <p:nvPr>
            <p:ph type="ftr" sz="quarter" idx="11"/>
          </p:nvPr>
        </p:nvSpPr>
        <p:spPr/>
        <p:txBody>
          <a:bodyPr/>
          <a:lstStyle/>
          <a:p>
            <a:endParaRPr lang="en-US" dirty="0"/>
          </a:p>
        </p:txBody>
      </p:sp>
      <p:sp>
        <p:nvSpPr>
          <p:cNvPr id="1048724"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60" name="Title 1"/>
          <p:cNvSpPr>
            <a:spLocks noGrp="1"/>
          </p:cNvSpPr>
          <p:nvPr>
            <p:ph type="title"/>
          </p:nvPr>
        </p:nvSpPr>
        <p:spPr/>
        <p:txBody>
          <a:bodyPr/>
          <a:lstStyle/>
          <a:p>
            <a:r>
              <a:rPr lang="en-US"/>
              <a:t>Click to edit Master title style</a:t>
            </a:r>
            <a:endParaRPr lang="en-US" dirty="0"/>
          </a:p>
        </p:txBody>
      </p:sp>
      <p:sp>
        <p:nvSpPr>
          <p:cNvPr id="1048761"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62"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63" name="Date Placeholder 4"/>
          <p:cNvSpPr>
            <a:spLocks noGrp="1"/>
          </p:cNvSpPr>
          <p:nvPr>
            <p:ph type="dt" sz="half" idx="10"/>
          </p:nvPr>
        </p:nvSpPr>
        <p:spPr/>
        <p:txBody>
          <a:bodyPr/>
          <a:lstStyle/>
          <a:p>
            <a:fld id="{48A87A34-81AB-432B-8DAE-1953F412C126}" type="datetimeFigureOut">
              <a:rPr lang="en-US" dirty="0"/>
              <a:t>9/6/2026</a:t>
            </a:fld>
            <a:endParaRPr lang="en-US" dirty="0"/>
          </a:p>
        </p:txBody>
      </p:sp>
      <p:sp>
        <p:nvSpPr>
          <p:cNvPr id="1048764" name="Footer Placeholder 5"/>
          <p:cNvSpPr>
            <a:spLocks noGrp="1"/>
          </p:cNvSpPr>
          <p:nvPr>
            <p:ph type="ftr" sz="quarter" idx="11"/>
          </p:nvPr>
        </p:nvSpPr>
        <p:spPr/>
        <p:txBody>
          <a:bodyPr/>
          <a:lstStyle/>
          <a:p>
            <a:endParaRPr lang="en-US" dirty="0"/>
          </a:p>
        </p:txBody>
      </p:sp>
      <p:sp>
        <p:nvSpPr>
          <p:cNvPr id="1048765"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25"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1048726"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27"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28"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29"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30" name="Date Placeholder 6"/>
          <p:cNvSpPr>
            <a:spLocks noGrp="1"/>
          </p:cNvSpPr>
          <p:nvPr>
            <p:ph type="dt" sz="half" idx="10"/>
          </p:nvPr>
        </p:nvSpPr>
        <p:spPr/>
        <p:txBody>
          <a:bodyPr/>
          <a:lstStyle/>
          <a:p>
            <a:fld id="{48A87A34-81AB-432B-8DAE-1953F412C126}" type="datetimeFigureOut">
              <a:rPr lang="en-US" dirty="0"/>
              <a:t>9/6/2026</a:t>
            </a:fld>
            <a:endParaRPr lang="en-US" dirty="0"/>
          </a:p>
        </p:txBody>
      </p:sp>
      <p:sp>
        <p:nvSpPr>
          <p:cNvPr id="1048731" name="Footer Placeholder 7"/>
          <p:cNvSpPr>
            <a:spLocks noGrp="1"/>
          </p:cNvSpPr>
          <p:nvPr>
            <p:ph type="ftr" sz="quarter" idx="11"/>
          </p:nvPr>
        </p:nvSpPr>
        <p:spPr/>
        <p:txBody>
          <a:bodyPr/>
          <a:lstStyle/>
          <a:p>
            <a:endParaRPr lang="en-US" dirty="0"/>
          </a:p>
        </p:txBody>
      </p:sp>
      <p:sp>
        <p:nvSpPr>
          <p:cNvPr id="1048732"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93" name="Title 1"/>
          <p:cNvSpPr>
            <a:spLocks noGrp="1"/>
          </p:cNvSpPr>
          <p:nvPr>
            <p:ph type="title"/>
          </p:nvPr>
        </p:nvSpPr>
        <p:spPr/>
        <p:txBody>
          <a:bodyPr/>
          <a:lstStyle/>
          <a:p>
            <a:r>
              <a:rPr lang="en-US"/>
              <a:t>Click to edit Master title style</a:t>
            </a:r>
            <a:endParaRPr lang="en-US" dirty="0"/>
          </a:p>
        </p:txBody>
      </p:sp>
      <p:sp>
        <p:nvSpPr>
          <p:cNvPr id="1048694" name="Date Placeholder 2"/>
          <p:cNvSpPr>
            <a:spLocks noGrp="1"/>
          </p:cNvSpPr>
          <p:nvPr>
            <p:ph type="dt" sz="half" idx="10"/>
          </p:nvPr>
        </p:nvSpPr>
        <p:spPr/>
        <p:txBody>
          <a:bodyPr/>
          <a:lstStyle/>
          <a:p>
            <a:fld id="{48A87A34-81AB-432B-8DAE-1953F412C126}" type="datetimeFigureOut">
              <a:rPr lang="en-US" dirty="0"/>
              <a:t>9/6/2026</a:t>
            </a:fld>
            <a:endParaRPr lang="en-US" dirty="0"/>
          </a:p>
        </p:txBody>
      </p:sp>
      <p:sp>
        <p:nvSpPr>
          <p:cNvPr id="1048695" name="Footer Placeholder 3"/>
          <p:cNvSpPr>
            <a:spLocks noGrp="1"/>
          </p:cNvSpPr>
          <p:nvPr>
            <p:ph type="ftr" sz="quarter" idx="11"/>
          </p:nvPr>
        </p:nvSpPr>
        <p:spPr/>
        <p:txBody>
          <a:bodyPr/>
          <a:lstStyle/>
          <a:p>
            <a:endParaRPr lang="en-US" dirty="0"/>
          </a:p>
        </p:txBody>
      </p:sp>
      <p:sp>
        <p:nvSpPr>
          <p:cNvPr id="1048696"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3" name="Date Placeholder 1"/>
          <p:cNvSpPr>
            <a:spLocks noGrp="1"/>
          </p:cNvSpPr>
          <p:nvPr>
            <p:ph type="dt" sz="half" idx="10"/>
          </p:nvPr>
        </p:nvSpPr>
        <p:spPr/>
        <p:txBody>
          <a:bodyPr/>
          <a:lstStyle/>
          <a:p>
            <a:fld id="{48A87A34-81AB-432B-8DAE-1953F412C126}" type="datetimeFigureOut">
              <a:rPr lang="en-US" dirty="0"/>
              <a:t>9/6/2026</a:t>
            </a:fld>
            <a:endParaRPr lang="en-US" dirty="0"/>
          </a:p>
        </p:txBody>
      </p:sp>
      <p:sp>
        <p:nvSpPr>
          <p:cNvPr id="1048734" name="Footer Placeholder 2"/>
          <p:cNvSpPr>
            <a:spLocks noGrp="1"/>
          </p:cNvSpPr>
          <p:nvPr>
            <p:ph type="ftr" sz="quarter" idx="11"/>
          </p:nvPr>
        </p:nvSpPr>
        <p:spPr/>
        <p:txBody>
          <a:bodyPr/>
          <a:lstStyle/>
          <a:p>
            <a:endParaRPr lang="en-US" dirty="0"/>
          </a:p>
        </p:txBody>
      </p:sp>
      <p:sp>
        <p:nvSpPr>
          <p:cNvPr id="1048735"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76"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1048777"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78"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79" name="Date Placeholder 4"/>
          <p:cNvSpPr>
            <a:spLocks noGrp="1"/>
          </p:cNvSpPr>
          <p:nvPr>
            <p:ph type="dt" sz="half" idx="10"/>
          </p:nvPr>
        </p:nvSpPr>
        <p:spPr/>
        <p:txBody>
          <a:bodyPr/>
          <a:lstStyle/>
          <a:p>
            <a:fld id="{48A87A34-81AB-432B-8DAE-1953F412C126}" type="datetimeFigureOut">
              <a:rPr lang="en-US" dirty="0"/>
              <a:t>9/6/2026</a:t>
            </a:fld>
            <a:endParaRPr lang="en-US" dirty="0"/>
          </a:p>
        </p:txBody>
      </p:sp>
      <p:sp>
        <p:nvSpPr>
          <p:cNvPr id="1048780" name="Footer Placeholder 5"/>
          <p:cNvSpPr>
            <a:spLocks noGrp="1"/>
          </p:cNvSpPr>
          <p:nvPr>
            <p:ph type="ftr" sz="quarter" idx="11"/>
          </p:nvPr>
        </p:nvSpPr>
        <p:spPr/>
        <p:txBody>
          <a:bodyPr/>
          <a:lstStyle/>
          <a:p>
            <a:endParaRPr lang="en-US" dirty="0"/>
          </a:p>
        </p:txBody>
      </p:sp>
      <p:sp>
        <p:nvSpPr>
          <p:cNvPr id="1048781"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79"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1048680"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48681"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82" name="Date Placeholder 4"/>
          <p:cNvSpPr>
            <a:spLocks noGrp="1"/>
          </p:cNvSpPr>
          <p:nvPr>
            <p:ph type="dt" sz="half" idx="10"/>
          </p:nvPr>
        </p:nvSpPr>
        <p:spPr/>
        <p:txBody>
          <a:bodyPr/>
          <a:lstStyle/>
          <a:p>
            <a:fld id="{48A87A34-81AB-432B-8DAE-1953F412C126}" type="datetimeFigureOut">
              <a:rPr lang="en-US" dirty="0"/>
              <a:t>9/6/2026</a:t>
            </a:fld>
            <a:endParaRPr lang="en-US" dirty="0"/>
          </a:p>
        </p:txBody>
      </p:sp>
      <p:sp>
        <p:nvSpPr>
          <p:cNvPr id="1048683" name="Footer Placeholder 5"/>
          <p:cNvSpPr>
            <a:spLocks noGrp="1"/>
          </p:cNvSpPr>
          <p:nvPr>
            <p:ph type="ftr" sz="quarter" idx="11"/>
          </p:nvPr>
        </p:nvSpPr>
        <p:spPr/>
        <p:txBody>
          <a:bodyPr/>
          <a:lstStyle/>
          <a:p>
            <a:endParaRPr lang="en-US" dirty="0"/>
          </a:p>
        </p:txBody>
      </p:sp>
      <p:sp>
        <p:nvSpPr>
          <p:cNvPr id="1048684"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1048754"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1048755"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1048756"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57" name="Date Placeholder 4"/>
          <p:cNvSpPr>
            <a:spLocks noGrp="1"/>
          </p:cNvSpPr>
          <p:nvPr>
            <p:ph type="dt" sz="half" idx="10"/>
          </p:nvPr>
        </p:nvSpPr>
        <p:spPr/>
        <p:txBody>
          <a:bodyPr/>
          <a:lstStyle/>
          <a:p>
            <a:fld id="{48A87A34-81AB-432B-8DAE-1953F412C126}" type="datetimeFigureOut">
              <a:rPr lang="en-US" dirty="0"/>
              <a:t>9/6/2026</a:t>
            </a:fld>
            <a:endParaRPr lang="en-US" dirty="0"/>
          </a:p>
        </p:txBody>
      </p:sp>
      <p:sp>
        <p:nvSpPr>
          <p:cNvPr id="1048758" name="Footer Placeholder 5"/>
          <p:cNvSpPr>
            <a:spLocks noGrp="1"/>
          </p:cNvSpPr>
          <p:nvPr>
            <p:ph type="ftr" sz="quarter" idx="11"/>
          </p:nvPr>
        </p:nvSpPr>
        <p:spPr/>
        <p:txBody>
          <a:bodyPr/>
          <a:lstStyle/>
          <a:p>
            <a:endParaRPr lang="en-US" dirty="0"/>
          </a:p>
        </p:txBody>
      </p:sp>
      <p:sp>
        <p:nvSpPr>
          <p:cNvPr id="1048759"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104870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1048703"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04" name="Date Placeholder 4"/>
          <p:cNvSpPr>
            <a:spLocks noGrp="1"/>
          </p:cNvSpPr>
          <p:nvPr>
            <p:ph type="dt" sz="half" idx="10"/>
          </p:nvPr>
        </p:nvSpPr>
        <p:spPr/>
        <p:txBody>
          <a:bodyPr/>
          <a:lstStyle/>
          <a:p>
            <a:fld id="{48A87A34-81AB-432B-8DAE-1953F412C126}" type="datetimeFigureOut">
              <a:rPr lang="en-US" dirty="0"/>
              <a:t>9/6/2026</a:t>
            </a:fld>
            <a:endParaRPr lang="en-US" dirty="0"/>
          </a:p>
        </p:txBody>
      </p:sp>
      <p:sp>
        <p:nvSpPr>
          <p:cNvPr id="1048705" name="Footer Placeholder 5"/>
          <p:cNvSpPr>
            <a:spLocks noGrp="1"/>
          </p:cNvSpPr>
          <p:nvPr>
            <p:ph type="ftr" sz="quarter" idx="11"/>
          </p:nvPr>
        </p:nvSpPr>
        <p:spPr/>
        <p:txBody>
          <a:bodyPr/>
          <a:lstStyle/>
          <a:p>
            <a:endParaRPr lang="en-US" dirty="0"/>
          </a:p>
        </p:txBody>
      </p:sp>
      <p:sp>
        <p:nvSpPr>
          <p:cNvPr id="1048706"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048741"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04874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43"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44" name="Date Placeholder 4"/>
          <p:cNvSpPr>
            <a:spLocks noGrp="1"/>
          </p:cNvSpPr>
          <p:nvPr>
            <p:ph type="dt" sz="half" idx="10"/>
          </p:nvPr>
        </p:nvSpPr>
        <p:spPr/>
        <p:txBody>
          <a:bodyPr/>
          <a:lstStyle/>
          <a:p>
            <a:fld id="{48A87A34-81AB-432B-8DAE-1953F412C126}" type="datetimeFigureOut">
              <a:rPr lang="en-US" dirty="0"/>
              <a:t>9/6/2026</a:t>
            </a:fld>
            <a:endParaRPr lang="en-US" dirty="0"/>
          </a:p>
        </p:txBody>
      </p:sp>
      <p:sp>
        <p:nvSpPr>
          <p:cNvPr id="1048745" name="Footer Placeholder 5"/>
          <p:cNvSpPr>
            <a:spLocks noGrp="1"/>
          </p:cNvSpPr>
          <p:nvPr>
            <p:ph type="ftr" sz="quarter" idx="11"/>
          </p:nvPr>
        </p:nvSpPr>
        <p:spPr/>
        <p:txBody>
          <a:bodyPr/>
          <a:lstStyle/>
          <a:p>
            <a:endParaRPr lang="en-US" dirty="0"/>
          </a:p>
        </p:txBody>
      </p:sp>
      <p:sp>
        <p:nvSpPr>
          <p:cNvPr id="1048746"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48747"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048748"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1048697"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1048698"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99" name="Date Placeholder 4"/>
          <p:cNvSpPr>
            <a:spLocks noGrp="1"/>
          </p:cNvSpPr>
          <p:nvPr>
            <p:ph type="dt" sz="half" idx="10"/>
          </p:nvPr>
        </p:nvSpPr>
        <p:spPr/>
        <p:txBody>
          <a:bodyPr/>
          <a:lstStyle/>
          <a:p>
            <a:fld id="{48A87A34-81AB-432B-8DAE-1953F412C126}" type="datetimeFigureOut">
              <a:rPr lang="en-US" dirty="0"/>
              <a:t>9/6/2026</a:t>
            </a:fld>
            <a:endParaRPr lang="en-US" dirty="0"/>
          </a:p>
        </p:txBody>
      </p:sp>
      <p:sp>
        <p:nvSpPr>
          <p:cNvPr id="1048700" name="Footer Placeholder 5"/>
          <p:cNvSpPr>
            <a:spLocks noGrp="1"/>
          </p:cNvSpPr>
          <p:nvPr>
            <p:ph type="ftr" sz="quarter" idx="11"/>
          </p:nvPr>
        </p:nvSpPr>
        <p:spPr/>
        <p:txBody>
          <a:bodyPr/>
          <a:lstStyle/>
          <a:p>
            <a:endParaRPr lang="en-US" dirty="0"/>
          </a:p>
        </p:txBody>
      </p:sp>
      <p:sp>
        <p:nvSpPr>
          <p:cNvPr id="1048701"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048766"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104876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6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6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7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7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7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73" name="Date Placeholder 2"/>
          <p:cNvSpPr>
            <a:spLocks noGrp="1"/>
          </p:cNvSpPr>
          <p:nvPr>
            <p:ph type="dt" sz="half" idx="10"/>
          </p:nvPr>
        </p:nvSpPr>
        <p:spPr/>
        <p:txBody>
          <a:bodyPr/>
          <a:lstStyle/>
          <a:p>
            <a:fld id="{48A87A34-81AB-432B-8DAE-1953F412C126}" type="datetimeFigureOut">
              <a:rPr lang="en-US" dirty="0"/>
              <a:t>9/6/2026</a:t>
            </a:fld>
            <a:endParaRPr lang="en-US" dirty="0"/>
          </a:p>
        </p:txBody>
      </p:sp>
      <p:sp>
        <p:nvSpPr>
          <p:cNvPr id="1048774" name="Footer Placeholder 3"/>
          <p:cNvSpPr>
            <a:spLocks noGrp="1"/>
          </p:cNvSpPr>
          <p:nvPr>
            <p:ph type="ftr" sz="quarter" idx="11"/>
          </p:nvPr>
        </p:nvSpPr>
        <p:spPr/>
        <p:txBody>
          <a:bodyPr/>
          <a:lstStyle/>
          <a:p>
            <a:endParaRPr lang="en-US" dirty="0"/>
          </a:p>
        </p:txBody>
      </p:sp>
      <p:sp>
        <p:nvSpPr>
          <p:cNvPr id="104877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1048707"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048708"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09"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1048710"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11"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12"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1048713"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14"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15"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1048716"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17" name="Date Placeholder 2"/>
          <p:cNvSpPr>
            <a:spLocks noGrp="1"/>
          </p:cNvSpPr>
          <p:nvPr>
            <p:ph type="dt" sz="half" idx="10"/>
          </p:nvPr>
        </p:nvSpPr>
        <p:spPr/>
        <p:txBody>
          <a:bodyPr/>
          <a:lstStyle/>
          <a:p>
            <a:fld id="{48A87A34-81AB-432B-8DAE-1953F412C126}" type="datetimeFigureOut">
              <a:rPr lang="en-US" dirty="0"/>
              <a:t>9/6/2026</a:t>
            </a:fld>
            <a:endParaRPr lang="en-US" dirty="0"/>
          </a:p>
        </p:txBody>
      </p:sp>
      <p:sp>
        <p:nvSpPr>
          <p:cNvPr id="1048718" name="Footer Placeholder 3"/>
          <p:cNvSpPr>
            <a:spLocks noGrp="1"/>
          </p:cNvSpPr>
          <p:nvPr>
            <p:ph type="ftr" sz="quarter" idx="11"/>
          </p:nvPr>
        </p:nvSpPr>
        <p:spPr/>
        <p:txBody>
          <a:bodyPr/>
          <a:lstStyle/>
          <a:p>
            <a:endParaRPr lang="en-US" dirty="0"/>
          </a:p>
        </p:txBody>
      </p:sp>
      <p:sp>
        <p:nvSpPr>
          <p:cNvPr id="1048719"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82" name="Title 1"/>
          <p:cNvSpPr>
            <a:spLocks noGrp="1"/>
          </p:cNvSpPr>
          <p:nvPr>
            <p:ph type="title"/>
          </p:nvPr>
        </p:nvSpPr>
        <p:spPr/>
        <p:txBody>
          <a:bodyPr/>
          <a:lstStyle/>
          <a:p>
            <a:r>
              <a:rPr lang="en-US"/>
              <a:t>Click to edit Master title style</a:t>
            </a:r>
            <a:endParaRPr lang="en-US" dirty="0"/>
          </a:p>
        </p:txBody>
      </p:sp>
      <p:sp>
        <p:nvSpPr>
          <p:cNvPr id="104878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84" name="Date Placeholder 3"/>
          <p:cNvSpPr>
            <a:spLocks noGrp="1"/>
          </p:cNvSpPr>
          <p:nvPr>
            <p:ph type="dt" sz="half" idx="10"/>
          </p:nvPr>
        </p:nvSpPr>
        <p:spPr/>
        <p:txBody>
          <a:bodyPr/>
          <a:lstStyle/>
          <a:p>
            <a:fld id="{48A87A34-81AB-432B-8DAE-1953F412C126}" type="datetimeFigureOut">
              <a:rPr lang="en-US" dirty="0"/>
              <a:t>9/6/2026</a:t>
            </a:fld>
            <a:endParaRPr lang="en-US" dirty="0"/>
          </a:p>
        </p:txBody>
      </p:sp>
      <p:sp>
        <p:nvSpPr>
          <p:cNvPr id="1048785" name="Footer Placeholder 4"/>
          <p:cNvSpPr>
            <a:spLocks noGrp="1"/>
          </p:cNvSpPr>
          <p:nvPr>
            <p:ph type="ftr" sz="quarter" idx="11"/>
          </p:nvPr>
        </p:nvSpPr>
        <p:spPr/>
        <p:txBody>
          <a:bodyPr/>
          <a:lstStyle/>
          <a:p>
            <a:endParaRPr lang="en-US" dirty="0"/>
          </a:p>
        </p:txBody>
      </p:sp>
      <p:sp>
        <p:nvSpPr>
          <p:cNvPr id="104878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36"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1048737"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38" name="Date Placeholder 3"/>
          <p:cNvSpPr>
            <a:spLocks noGrp="1"/>
          </p:cNvSpPr>
          <p:nvPr>
            <p:ph type="dt" sz="half" idx="10"/>
          </p:nvPr>
        </p:nvSpPr>
        <p:spPr/>
        <p:txBody>
          <a:bodyPr/>
          <a:lstStyle/>
          <a:p>
            <a:fld id="{48A87A34-81AB-432B-8DAE-1953F412C126}" type="datetimeFigureOut">
              <a:rPr lang="en-US" dirty="0"/>
              <a:t>9/6/2026</a:t>
            </a:fld>
            <a:endParaRPr lang="en-US" dirty="0"/>
          </a:p>
        </p:txBody>
      </p:sp>
      <p:sp>
        <p:nvSpPr>
          <p:cNvPr id="1048739" name="Footer Placeholder 4"/>
          <p:cNvSpPr>
            <a:spLocks noGrp="1"/>
          </p:cNvSpPr>
          <p:nvPr>
            <p:ph type="ftr" sz="quarter" idx="11"/>
          </p:nvPr>
        </p:nvSpPr>
        <p:spPr/>
        <p:txBody>
          <a:bodyPr/>
          <a:lstStyle/>
          <a:p>
            <a:endParaRPr lang="en-US" dirty="0"/>
          </a:p>
        </p:txBody>
      </p:sp>
      <p:sp>
        <p:nvSpPr>
          <p:cNvPr id="1048740"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2097152"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blip>
          <a:srcRect/>
          <a:stretch>
            <a:fillRect/>
          </a:stretch>
        </p:blipFill>
        <p:spPr bwMode="auto">
          <a:xfrm>
            <a:off x="0" y="-1"/>
            <a:ext cx="12192003" cy="6858001"/>
          </a:xfrm>
          <a:prstGeom prst="rect">
            <a:avLst/>
          </a:prstGeom>
          <a:noFill/>
        </p:spPr>
      </p:pic>
      <p:grpSp>
        <p:nvGrpSpPr>
          <p:cNvPr id="7"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gradFill>
        </p:grpSpPr>
        <p:grpSp>
          <p:nvGrpSpPr>
            <p:cNvPr id="8" name="Group 8"/>
            <p:cNvGrpSpPr/>
            <p:nvPr/>
          </p:nvGrpSpPr>
          <p:grpSpPr>
            <a:xfrm>
              <a:off x="-14288" y="0"/>
              <a:ext cx="1220788" cy="6858001"/>
              <a:chOff x="-14288" y="0"/>
              <a:chExt cx="1220788" cy="6858001"/>
            </a:xfrm>
            <a:grpFill/>
          </p:grpSpPr>
          <p:sp>
            <p:nvSpPr>
              <p:cNvPr id="1048576" name="Rectangle 5"/>
              <p:cNvSpPr>
                <a:spLocks noChangeArrowheads="1"/>
              </p:cNvSpPr>
              <p:nvPr/>
            </p:nvSpPr>
            <p:spPr bwMode="auto">
              <a:xfrm>
                <a:off x="114300" y="4763"/>
                <a:ext cx="23813" cy="2181225"/>
              </a:xfrm>
              <a:prstGeom prst="rect">
                <a:avLst/>
              </a:prstGeom>
              <a:grpFill/>
              <a:ln>
                <a:noFill/>
              </a:ln>
            </p:spPr>
          </p:sp>
          <p:sp>
            <p:nvSpPr>
              <p:cNvPr id="1048577"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578"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579"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p:spPr>
          </p:sp>
          <p:sp>
            <p:nvSpPr>
              <p:cNvPr id="1048580"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p:spPr>
          </p:sp>
          <p:sp>
            <p:nvSpPr>
              <p:cNvPr id="1048581"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p:spPr>
          </p:sp>
          <p:sp>
            <p:nvSpPr>
              <p:cNvPr id="1048582"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sp>
          <p:sp>
            <p:nvSpPr>
              <p:cNvPr id="1048583"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p:spPr>
          </p:sp>
          <p:sp>
            <p:nvSpPr>
              <p:cNvPr id="1048584"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585"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p:spPr>
          </p:sp>
          <p:sp>
            <p:nvSpPr>
              <p:cNvPr id="1048586"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sp>
          <p:sp>
            <p:nvSpPr>
              <p:cNvPr id="1048587"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1048588"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p:spPr>
          </p:sp>
          <p:sp>
            <p:nvSpPr>
              <p:cNvPr id="1048589"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p:spPr>
          </p:sp>
          <p:sp>
            <p:nvSpPr>
              <p:cNvPr id="1048590"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sp>
          <p:sp>
            <p:nvSpPr>
              <p:cNvPr id="1048591"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p:spPr>
          </p:sp>
          <p:sp>
            <p:nvSpPr>
              <p:cNvPr id="1048592" name="Rectangle 21"/>
              <p:cNvSpPr>
                <a:spLocks noChangeArrowheads="1"/>
              </p:cNvSpPr>
              <p:nvPr/>
            </p:nvSpPr>
            <p:spPr bwMode="auto">
              <a:xfrm>
                <a:off x="133350" y="4662488"/>
                <a:ext cx="23813" cy="2181225"/>
              </a:xfrm>
              <a:prstGeom prst="rect">
                <a:avLst/>
              </a:prstGeom>
              <a:grpFill/>
              <a:ln>
                <a:noFill/>
              </a:ln>
            </p:spPr>
          </p:sp>
          <p:sp>
            <p:nvSpPr>
              <p:cNvPr id="1048593"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p:spPr>
          </p:sp>
          <p:sp>
            <p:nvSpPr>
              <p:cNvPr id="1048594"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595"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p:spPr>
          </p:sp>
          <p:sp>
            <p:nvSpPr>
              <p:cNvPr id="1048596"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597"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p:spPr>
          </p:sp>
          <p:sp>
            <p:nvSpPr>
              <p:cNvPr id="1048598"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sp>
          <p:sp>
            <p:nvSpPr>
              <p:cNvPr id="1048599"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00"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01"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p:spPr>
          </p:sp>
          <p:sp>
            <p:nvSpPr>
              <p:cNvPr id="1048602"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sp>
        </p:grpSp>
        <p:grpSp>
          <p:nvGrpSpPr>
            <p:cNvPr id="9" name="Group 9"/>
            <p:cNvGrpSpPr/>
            <p:nvPr/>
          </p:nvGrpSpPr>
          <p:grpSpPr>
            <a:xfrm>
              <a:off x="11364912" y="0"/>
              <a:ext cx="674688" cy="6848476"/>
              <a:chOff x="11364912" y="0"/>
              <a:chExt cx="674688" cy="6848476"/>
            </a:xfrm>
            <a:grpFill/>
          </p:grpSpPr>
          <p:sp>
            <p:nvSpPr>
              <p:cNvPr id="1048603"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p:spPr>
          </p:sp>
          <p:sp>
            <p:nvSpPr>
              <p:cNvPr id="1048604"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p:spPr>
          </p:sp>
          <p:sp>
            <p:nvSpPr>
              <p:cNvPr id="1048605"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06"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048607"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048608"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p:spPr>
          </p:sp>
          <p:sp>
            <p:nvSpPr>
              <p:cNvPr id="1048609"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10"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1048611"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12" name="Rectangle 41"/>
              <p:cNvSpPr>
                <a:spLocks noChangeArrowheads="1"/>
              </p:cNvSpPr>
              <p:nvPr/>
            </p:nvSpPr>
            <p:spPr bwMode="auto">
              <a:xfrm>
                <a:off x="11939587" y="6596063"/>
                <a:ext cx="23813" cy="252413"/>
              </a:xfrm>
              <a:prstGeom prst="rect">
                <a:avLst/>
              </a:prstGeom>
              <a:grpFill/>
              <a:ln>
                <a:noFill/>
              </a:ln>
            </p:spPr>
          </p:sp>
        </p:grpSp>
      </p:grpSp>
      <p:sp>
        <p:nvSpPr>
          <p:cNvPr id="1048613"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1048614"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15"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t>9/6/2026</a:t>
            </a:fld>
            <a:endParaRPr lang="en-US" dirty="0"/>
          </a:p>
        </p:txBody>
      </p:sp>
      <p:sp>
        <p:nvSpPr>
          <p:cNvPr id="1048616"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1048617"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7" name="Title 1"/>
          <p:cNvSpPr>
            <a:spLocks noGrp="1"/>
          </p:cNvSpPr>
          <p:nvPr>
            <p:ph type="ctrTitle"/>
          </p:nvPr>
        </p:nvSpPr>
        <p:spPr>
          <a:xfrm>
            <a:off x="1876424" y="1122363"/>
            <a:ext cx="8791575" cy="731837"/>
          </a:xfrm>
        </p:spPr>
        <p:txBody>
          <a:bodyPr>
            <a:normAutofit fontScale="90000"/>
          </a:bodyPr>
          <a:lstStyle/>
          <a:p>
            <a:r>
              <a:rPr lang="en-US" b="1" dirty="0"/>
              <a:t>Crop rotation schedular</a:t>
            </a:r>
            <a:endParaRPr lang="en-IN" b="1" dirty="0"/>
          </a:p>
        </p:txBody>
      </p:sp>
      <p:sp>
        <p:nvSpPr>
          <p:cNvPr id="1048678" name="Subtitle 2"/>
          <p:cNvSpPr>
            <a:spLocks noGrp="1"/>
          </p:cNvSpPr>
          <p:nvPr>
            <p:ph type="subTitle" idx="1"/>
          </p:nvPr>
        </p:nvSpPr>
        <p:spPr>
          <a:xfrm>
            <a:off x="1986491" y="2010305"/>
            <a:ext cx="8791575" cy="1655762"/>
          </a:xfrm>
        </p:spPr>
        <p:txBody>
          <a:bodyPr>
            <a:noAutofit/>
          </a:bodyPr>
          <a:lstStyle/>
          <a:p>
            <a:r>
              <a:rPr lang="en-US" sz="2400" dirty="0"/>
              <a:t>Harshitha rollno 25A31A05BM </a:t>
            </a:r>
            <a:endParaRPr lang="en-IN" sz="2400" dirty="0"/>
          </a:p>
          <a:p>
            <a:r>
              <a:rPr lang="en-US" sz="2400" dirty="0"/>
              <a:t>Amrutha rollno 25A31A05CG </a:t>
            </a:r>
            <a:endParaRPr lang="en-IN" sz="2400" dirty="0"/>
          </a:p>
          <a:p>
            <a:r>
              <a:rPr lang="en-US" sz="2400" dirty="0"/>
              <a:t>Tejaswi rollno 25A31A05cm</a:t>
            </a:r>
            <a:endParaRPr lang="en-IN" sz="2400" dirty="0"/>
          </a:p>
          <a:p>
            <a:r>
              <a:rPr lang="en-US" sz="2400" dirty="0"/>
              <a:t>Raja rollno 25A31A05BM </a:t>
            </a:r>
            <a:endParaRPr lang="en-IN" sz="2400" dirty="0"/>
          </a:p>
          <a:p>
            <a:r>
              <a:rPr lang="en-US" sz="2400" dirty="0"/>
              <a:t>Under the guidance of manas sir </a:t>
            </a:r>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5" name="Title 1"/>
          <p:cNvSpPr>
            <a:spLocks noGrp="1"/>
          </p:cNvSpPr>
          <p:nvPr>
            <p:ph type="title"/>
          </p:nvPr>
        </p:nvSpPr>
        <p:spPr/>
        <p:txBody>
          <a:bodyPr>
            <a:normAutofit/>
          </a:bodyPr>
          <a:lstStyle/>
          <a:p>
            <a:r>
              <a:rPr lang="en-US" sz="3000" b="1" dirty="0"/>
              <a:t>Definition</a:t>
            </a:r>
            <a:endParaRPr lang="en-IN" sz="3000" b="1" dirty="0"/>
          </a:p>
        </p:txBody>
      </p:sp>
      <p:sp>
        <p:nvSpPr>
          <p:cNvPr id="1048686" name="Text Placeholder 3"/>
          <p:cNvSpPr>
            <a:spLocks noGrp="1"/>
          </p:cNvSpPr>
          <p:nvPr>
            <p:ph type="body" sz="half" idx="2"/>
          </p:nvPr>
        </p:nvSpPr>
        <p:spPr/>
        <p:txBody>
          <a:bodyPr/>
          <a:lstStyle/>
          <a:p>
            <a:r>
              <a:rPr lang="en-US" dirty="0">
                <a:latin typeface="Times New Roman" panose="02020603050405020304" pitchFamily="18" charset="0"/>
                <a:cs typeface="Times New Roman" panose="02020603050405020304" pitchFamily="18" charset="0"/>
              </a:rPr>
              <a:t>Crop rotation is the practice of growing different crops in a planned sequence on the same land. A scheduler helps in planning which crop to grow and when.</a:t>
            </a:r>
            <a:endParaRPr lang="en-IN" dirty="0">
              <a:latin typeface="Times New Roman" panose="02020603050405020304" pitchFamily="18" charset="0"/>
              <a:cs typeface="Times New Roman" panose="02020603050405020304" pitchFamily="18" charset="0"/>
            </a:endParaRPr>
          </a:p>
        </p:txBody>
      </p:sp>
      <p:pic>
        <p:nvPicPr>
          <p:cNvPr id="2097154" name="Picture 8"/>
          <p:cNvPicPr>
            <a:picLocks noChangeAspect="1"/>
          </p:cNvPicPr>
          <p:nvPr/>
        </p:nvPicPr>
        <p:blipFill>
          <a:blip r:embed="rId2"/>
          <a:stretch>
            <a:fillRect/>
          </a:stretch>
        </p:blipFill>
        <p:spPr>
          <a:xfrm>
            <a:off x="7521677" y="540774"/>
            <a:ext cx="3667433" cy="511277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7" name="Title 1"/>
          <p:cNvSpPr>
            <a:spLocks noGrp="1"/>
          </p:cNvSpPr>
          <p:nvPr>
            <p:ph type="title"/>
          </p:nvPr>
        </p:nvSpPr>
        <p:spPr/>
        <p:txBody>
          <a:bodyPr>
            <a:normAutofit/>
          </a:bodyPr>
          <a:lstStyle/>
          <a:p>
            <a:r>
              <a:rPr lang="en-IN" sz="3000" b="1" dirty="0"/>
              <a:t>Need for Crop Rotation</a:t>
            </a:r>
          </a:p>
        </p:txBody>
      </p:sp>
      <p:pic>
        <p:nvPicPr>
          <p:cNvPr id="2097155" name="Picture Placeholder 11"/>
          <p:cNvPicPr>
            <a:picLocks noGrp="1" noChangeAspect="1"/>
          </p:cNvPicPr>
          <p:nvPr>
            <p:ph type="pic" idx="1"/>
          </p:nvPr>
        </p:nvPicPr>
        <p:blipFill>
          <a:blip r:embed="rId2"/>
          <a:srcRect l="14614" r="14614"/>
          <a:stretch>
            <a:fillRect/>
          </a:stretch>
        </p:blipFill>
        <p:spPr>
          <a:prstGeom prst="round2DiagRect">
            <a:avLst>
              <a:gd name="adj1" fmla="val 5608"/>
              <a:gd name="adj2" fmla="val 0"/>
            </a:avLst>
          </a:prstGeom>
          <a:ln w="19050" cap="sq">
            <a:solidFill>
              <a:srgbClr val="7C96A3">
                <a:lumMod val="60000"/>
                <a:lumOff val="40000"/>
                <a:alpha val="60000"/>
              </a:srgbClr>
            </a:solidFill>
            <a:miter lim="800000"/>
          </a:ln>
          <a:effectLst>
            <a:outerShdw blurRad="88900" dist="38100" dir="5400000" algn="t" rotWithShape="0">
              <a:prstClr val="black">
                <a:alpha val="40000"/>
              </a:prstClr>
            </a:outerShdw>
          </a:effectLst>
        </p:spPr>
      </p:pic>
      <p:sp>
        <p:nvSpPr>
          <p:cNvPr id="1048688" name="Text Placeholder 3"/>
          <p:cNvSpPr>
            <a:spLocks noGrp="1"/>
          </p:cNvSpPr>
          <p:nvPr>
            <p:ph type="body" sz="half" idx="2"/>
          </p:nvPr>
        </p:nvSpPr>
        <p:spPr/>
        <p:txBody>
          <a:bodyPr/>
          <a:lstStyle/>
          <a:p>
            <a:r>
              <a:rPr lang="en-US" dirty="0">
                <a:latin typeface="Times New Roman" panose="02020603050405020304" pitchFamily="18" charset="0"/>
                <a:cs typeface="Times New Roman" panose="02020603050405020304" pitchFamily="18" charset="0"/>
              </a:rPr>
              <a:t>Crop rotation is important because it helps maintain soil fertility, prevents nutrient depletion, and improves soil structure. It controls pests, diseases, and weeds by breaking their life cycles. It also increases crop yield, ensures better use of resources, and supports environmentally sustainable farming.</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9" name="Title 1"/>
          <p:cNvSpPr>
            <a:spLocks noGrp="1"/>
          </p:cNvSpPr>
          <p:nvPr>
            <p:ph type="title"/>
          </p:nvPr>
        </p:nvSpPr>
        <p:spPr/>
        <p:txBody>
          <a:bodyPr>
            <a:normAutofit/>
          </a:bodyPr>
          <a:lstStyle/>
          <a:p>
            <a:r>
              <a:rPr lang="en-IN" sz="3000" b="1" dirty="0"/>
              <a:t>Principles of Crop Rotation</a:t>
            </a:r>
          </a:p>
        </p:txBody>
      </p:sp>
      <p:pic>
        <p:nvPicPr>
          <p:cNvPr id="2097156" name="Picture Placeholder 5"/>
          <p:cNvPicPr>
            <a:picLocks noGrp="1" noChangeAspect="1"/>
          </p:cNvPicPr>
          <p:nvPr>
            <p:ph type="pic" idx="1"/>
          </p:nvPr>
        </p:nvPicPr>
        <p:blipFill>
          <a:blip r:embed="rId2"/>
          <a:srcRect l="14618" r="14618"/>
          <a:stretch>
            <a:fillRect/>
          </a:stretch>
        </p:blipFill>
        <p:spPr>
          <a:xfrm>
            <a:off x="7688825" y="609600"/>
            <a:ext cx="3657601" cy="5181599"/>
          </a:xfrm>
          <a:prstGeom prst="round2DiagRect">
            <a:avLst>
              <a:gd name="adj1" fmla="val 5608"/>
              <a:gd name="adj2" fmla="val 0"/>
            </a:avLst>
          </a:prstGeom>
          <a:ln w="19050" cap="sq">
            <a:solidFill>
              <a:srgbClr val="7C96A3">
                <a:lumMod val="60000"/>
                <a:lumOff val="40000"/>
                <a:alpha val="60000"/>
              </a:srgbClr>
            </a:solidFill>
            <a:miter lim="800000"/>
          </a:ln>
          <a:effectLst>
            <a:outerShdw blurRad="88900" dist="38100" dir="5400000" algn="t" rotWithShape="0">
              <a:prstClr val="black">
                <a:alpha val="40000"/>
              </a:prstClr>
            </a:outerShdw>
          </a:effectLst>
        </p:spPr>
      </p:pic>
      <p:sp>
        <p:nvSpPr>
          <p:cNvPr id="1048690" name="Text Placeholder 3"/>
          <p:cNvSpPr>
            <a:spLocks noGrp="1"/>
          </p:cNvSpPr>
          <p:nvPr>
            <p:ph type="body" sz="half" idx="2"/>
          </p:nvPr>
        </p:nvSpPr>
        <p:spPr/>
        <p:txBody>
          <a:bodyPr>
            <a:normAutofit lnSpcReduction="10000"/>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Grow different crops in a sequence instead of the same crop repeatedly.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Alternate deep-rooted and shallow-rooted crops.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Include leguminous crops to improve soil fertility (nitrogen fixation).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Rotate crops with different nutrient requirements. Avoid growing crops of the same family consecutively.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Follow crops that help control pests, diseases, and weeds.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Maintain a proper balance between soil-improving and soil-exhausting crops.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83080" y="1412241"/>
            <a:ext cx="6523965" cy="553998"/>
          </a:xfrm>
          <a:prstGeom prst="rect">
            <a:avLst/>
          </a:prstGeom>
          <a:noFill/>
        </p:spPr>
        <p:txBody>
          <a:bodyPr wrap="none">
            <a:spAutoFit/>
          </a:bodyPr>
          <a:lstStyle/>
          <a:p>
            <a:pPr>
              <a:defRPr sz="3000" b="1"/>
            </a:pPr>
            <a:r>
              <a:rPr lang="en-IN" dirty="0"/>
              <a:t>INPUTS TAKEN BY THE C++ PROGRAM</a:t>
            </a:r>
            <a:endParaRPr dirty="0"/>
          </a:p>
        </p:txBody>
      </p:sp>
      <p:sp>
        <p:nvSpPr>
          <p:cNvPr id="3" name="TextBox 2"/>
          <p:cNvSpPr txBox="1"/>
          <p:nvPr/>
        </p:nvSpPr>
        <p:spPr>
          <a:xfrm>
            <a:off x="1783080" y="2145453"/>
            <a:ext cx="10607040" cy="1461939"/>
          </a:xfrm>
          <a:prstGeom prst="rect">
            <a:avLst/>
          </a:prstGeom>
          <a:noFill/>
        </p:spPr>
        <p:txBody>
          <a:bodyPr wrap="square">
            <a:spAutoFit/>
          </a:bodyPr>
          <a:lstStyle/>
          <a:p>
            <a:pPr>
              <a:spcAft>
                <a:spcPts val="1000"/>
              </a:spcAft>
              <a:defRPr sz="2000"/>
            </a:pPr>
            <a:r>
              <a:rPr sz="1600" dirty="0">
                <a:latin typeface="Times New Roman" panose="02020603050405020304" pitchFamily="18" charset="0"/>
                <a:cs typeface="Times New Roman" panose="02020603050405020304" pitchFamily="18" charset="0"/>
              </a:rPr>
              <a:t>Season: Kharif, Rabi or Zaid</a:t>
            </a:r>
          </a:p>
          <a:p>
            <a:pPr>
              <a:spcAft>
                <a:spcPts val="1000"/>
              </a:spcAft>
              <a:defRPr sz="2000"/>
            </a:pPr>
            <a:r>
              <a:rPr sz="1600" dirty="0">
                <a:latin typeface="Times New Roman" panose="02020603050405020304" pitchFamily="18" charset="0"/>
                <a:cs typeface="Times New Roman" panose="02020603050405020304" pitchFamily="18" charset="0"/>
              </a:rPr>
              <a:t>Soil: Black, Red, Alluvial or Sandy</a:t>
            </a:r>
          </a:p>
          <a:p>
            <a:pPr>
              <a:spcAft>
                <a:spcPts val="1000"/>
              </a:spcAft>
              <a:defRPr sz="2000"/>
            </a:pPr>
            <a:r>
              <a:rPr sz="1600" dirty="0">
                <a:latin typeface="Times New Roman" panose="02020603050405020304" pitchFamily="18" charset="0"/>
                <a:cs typeface="Times New Roman" panose="02020603050405020304" pitchFamily="18" charset="0"/>
              </a:rPr>
              <a:t>Previous crop: Rice, Wheat, Maize, Cotton, Groundnut or Pulses</a:t>
            </a:r>
          </a:p>
          <a:p>
            <a:pPr>
              <a:spcAft>
                <a:spcPts val="1000"/>
              </a:spcAft>
              <a:defRPr sz="2000"/>
            </a:pPr>
            <a:r>
              <a:rPr sz="1600" dirty="0">
                <a:latin typeface="Times New Roman" panose="02020603050405020304" pitchFamily="18" charset="0"/>
                <a:cs typeface="Times New Roman" panose="02020603050405020304" pitchFamily="18" charset="0"/>
              </a:rPr>
              <a:t>Expected rainfall: entered in </a:t>
            </a:r>
            <a:r>
              <a:rPr sz="1600" dirty="0" err="1">
                <a:latin typeface="Times New Roman" panose="02020603050405020304" pitchFamily="18" charset="0"/>
                <a:cs typeface="Times New Roman" panose="02020603050405020304" pitchFamily="18" charset="0"/>
              </a:rPr>
              <a:t>millimetres</a:t>
            </a:r>
            <a:r>
              <a:rPr sz="1600" dirty="0">
                <a:latin typeface="Times New Roman" panose="02020603050405020304" pitchFamily="18" charset="0"/>
                <a:cs typeface="Times New Roman" panose="02020603050405020304" pitchFamily="18" charset="0"/>
              </a:rPr>
              <a:t> (mm)</a:t>
            </a:r>
          </a:p>
        </p:txBody>
      </p:sp>
      <p:sp>
        <p:nvSpPr>
          <p:cNvPr id="4" name="TextBox 3"/>
          <p:cNvSpPr txBox="1"/>
          <p:nvPr/>
        </p:nvSpPr>
        <p:spPr>
          <a:xfrm>
            <a:off x="10881360" y="6400800"/>
            <a:ext cx="640080" cy="228600"/>
          </a:xfrm>
          <a:prstGeom prst="rect">
            <a:avLst/>
          </a:prstGeom>
          <a:noFill/>
        </p:spPr>
        <p:txBody>
          <a:bodyPr wrap="none">
            <a:spAutoFit/>
          </a:bodyPr>
          <a:lstStyle/>
          <a:p>
            <a:pPr algn="r">
              <a:defRPr sz="1000"/>
            </a:pPr>
            <a:r>
              <a:t>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8973" y="1449215"/>
            <a:ext cx="7767639" cy="553998"/>
          </a:xfrm>
          <a:prstGeom prst="rect">
            <a:avLst/>
          </a:prstGeom>
          <a:noFill/>
        </p:spPr>
        <p:txBody>
          <a:bodyPr wrap="none">
            <a:spAutoFit/>
          </a:bodyPr>
          <a:lstStyle/>
          <a:p>
            <a:pPr>
              <a:defRPr sz="3000" b="1"/>
            </a:pPr>
            <a:r>
              <a:rPr lang="en-US" dirty="0"/>
              <a:t>RECOMMENDATION LOGIC USED IN THE CODE</a:t>
            </a:r>
            <a:endParaRPr dirty="0"/>
          </a:p>
        </p:txBody>
      </p:sp>
      <p:sp>
        <p:nvSpPr>
          <p:cNvPr id="3" name="TextBox 2"/>
          <p:cNvSpPr txBox="1"/>
          <p:nvPr/>
        </p:nvSpPr>
        <p:spPr>
          <a:xfrm>
            <a:off x="1098973" y="2003213"/>
            <a:ext cx="10607040" cy="2210862"/>
          </a:xfrm>
          <a:prstGeom prst="rect">
            <a:avLst/>
          </a:prstGeom>
          <a:noFill/>
        </p:spPr>
        <p:txBody>
          <a:bodyPr wrap="square">
            <a:spAutoFit/>
          </a:bodyPr>
          <a:lstStyle/>
          <a:p>
            <a:pPr>
              <a:spcAft>
                <a:spcPts val="1000"/>
              </a:spcAft>
              <a:defRPr sz="1800"/>
            </a:pPr>
            <a:r>
              <a:rPr sz="1600" dirty="0">
                <a:latin typeface="Times New Roman" panose="02020603050405020304" pitchFamily="18" charset="0"/>
                <a:cs typeface="Times New Roman" panose="02020603050405020304" pitchFamily="18" charset="0"/>
              </a:rPr>
              <a:t>Rice → Pulses when rainfall is above 700 mm; otherwise Groundnut.</a:t>
            </a:r>
          </a:p>
          <a:p>
            <a:pPr>
              <a:spcAft>
                <a:spcPts val="1000"/>
              </a:spcAft>
              <a:defRPr sz="1800"/>
            </a:pPr>
            <a:r>
              <a:rPr sz="1600" dirty="0">
                <a:latin typeface="Times New Roman" panose="02020603050405020304" pitchFamily="18" charset="0"/>
                <a:cs typeface="Times New Roman" panose="02020603050405020304" pitchFamily="18" charset="0"/>
              </a:rPr>
              <a:t>Wheat → Cotton for Black Soil; otherwise Maize.</a:t>
            </a:r>
          </a:p>
          <a:p>
            <a:pPr>
              <a:spcAft>
                <a:spcPts val="1000"/>
              </a:spcAft>
              <a:defRPr sz="1800"/>
            </a:pPr>
            <a:r>
              <a:rPr sz="1600" dirty="0">
                <a:latin typeface="Times New Roman" panose="02020603050405020304" pitchFamily="18" charset="0"/>
                <a:cs typeface="Times New Roman" panose="02020603050405020304" pitchFamily="18" charset="0"/>
              </a:rPr>
              <a:t>Maize → Soybean.</a:t>
            </a:r>
          </a:p>
          <a:p>
            <a:pPr>
              <a:spcAft>
                <a:spcPts val="1000"/>
              </a:spcAft>
              <a:defRPr sz="1800"/>
            </a:pPr>
            <a:r>
              <a:rPr sz="1600" dirty="0">
                <a:latin typeface="Times New Roman" panose="02020603050405020304" pitchFamily="18" charset="0"/>
                <a:cs typeface="Times New Roman" panose="02020603050405020304" pitchFamily="18" charset="0"/>
              </a:rPr>
              <a:t>Cotton → Wheat in Rabi; otherwise Pulses.</a:t>
            </a:r>
          </a:p>
          <a:p>
            <a:pPr>
              <a:spcAft>
                <a:spcPts val="1000"/>
              </a:spcAft>
              <a:defRPr sz="1800"/>
            </a:pPr>
            <a:r>
              <a:rPr sz="1600" dirty="0">
                <a:latin typeface="Times New Roman" panose="02020603050405020304" pitchFamily="18" charset="0"/>
                <a:cs typeface="Times New Roman" panose="02020603050405020304" pitchFamily="18" charset="0"/>
              </a:rPr>
              <a:t>Groundnut → Wheat.</a:t>
            </a:r>
          </a:p>
          <a:p>
            <a:pPr>
              <a:spcAft>
                <a:spcPts val="1000"/>
              </a:spcAft>
              <a:defRPr sz="1800"/>
            </a:pPr>
            <a:r>
              <a:rPr sz="1600" dirty="0">
                <a:latin typeface="Times New Roman" panose="02020603050405020304" pitchFamily="18" charset="0"/>
                <a:cs typeface="Times New Roman" panose="02020603050405020304" pitchFamily="18" charset="0"/>
              </a:rPr>
              <a:t>Pulses → Rice when rainfall is above 700 mm; otherwise Maize.</a:t>
            </a:r>
          </a:p>
        </p:txBody>
      </p:sp>
      <p:sp>
        <p:nvSpPr>
          <p:cNvPr id="4" name="TextBox 3"/>
          <p:cNvSpPr txBox="1"/>
          <p:nvPr/>
        </p:nvSpPr>
        <p:spPr>
          <a:xfrm>
            <a:off x="10881360" y="6400800"/>
            <a:ext cx="640080" cy="228600"/>
          </a:xfrm>
          <a:prstGeom prst="rect">
            <a:avLst/>
          </a:prstGeom>
          <a:noFill/>
        </p:spPr>
        <p:txBody>
          <a:bodyPr wrap="none">
            <a:spAutoFit/>
          </a:bodyPr>
          <a:lstStyle/>
          <a:p>
            <a:pPr algn="r">
              <a:defRPr sz="1000"/>
            </a:pPr>
            <a:r>
              <a:t>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0040"/>
            <a:ext cx="2480615" cy="553998"/>
          </a:xfrm>
          <a:prstGeom prst="rect">
            <a:avLst/>
          </a:prstGeom>
          <a:noFill/>
        </p:spPr>
        <p:txBody>
          <a:bodyPr wrap="none">
            <a:spAutoFit/>
          </a:bodyPr>
          <a:lstStyle/>
          <a:p>
            <a:pPr>
              <a:defRPr sz="3000" b="1"/>
            </a:pPr>
            <a:r>
              <a:rPr lang="en-US" dirty="0"/>
              <a:t>SYSTEM FLOW</a:t>
            </a:r>
            <a:endParaRPr dirty="0"/>
          </a:p>
        </p:txBody>
      </p:sp>
      <p:sp>
        <p:nvSpPr>
          <p:cNvPr id="3" name="Rounded Rectangle 2"/>
          <p:cNvSpPr/>
          <p:nvPr/>
        </p:nvSpPr>
        <p:spPr>
          <a:xfrm>
            <a:off x="640080" y="1463040"/>
            <a:ext cx="3246120" cy="10972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t>1. Select Season</a:t>
            </a:r>
          </a:p>
        </p:txBody>
      </p:sp>
      <p:sp>
        <p:nvSpPr>
          <p:cNvPr id="4" name="Rounded Rectangle 3"/>
          <p:cNvSpPr/>
          <p:nvPr/>
        </p:nvSpPr>
        <p:spPr>
          <a:xfrm>
            <a:off x="4434840" y="1463040"/>
            <a:ext cx="3246120" cy="10972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t>2. Select Soil Type</a:t>
            </a:r>
          </a:p>
        </p:txBody>
      </p:sp>
      <p:sp>
        <p:nvSpPr>
          <p:cNvPr id="5" name="Rounded Rectangle 4"/>
          <p:cNvSpPr/>
          <p:nvPr/>
        </p:nvSpPr>
        <p:spPr>
          <a:xfrm>
            <a:off x="8229600" y="1463040"/>
            <a:ext cx="3246120" cy="10972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t>3. Select Previous Crop</a:t>
            </a:r>
          </a:p>
        </p:txBody>
      </p:sp>
      <p:sp>
        <p:nvSpPr>
          <p:cNvPr id="6" name="Rounded Rectangle 5"/>
          <p:cNvSpPr/>
          <p:nvPr/>
        </p:nvSpPr>
        <p:spPr>
          <a:xfrm>
            <a:off x="640080" y="3474720"/>
            <a:ext cx="3246120" cy="10972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t>4. Enter Rainfall</a:t>
            </a:r>
          </a:p>
        </p:txBody>
      </p:sp>
      <p:sp>
        <p:nvSpPr>
          <p:cNvPr id="7" name="Rounded Rectangle 6"/>
          <p:cNvSpPr/>
          <p:nvPr/>
        </p:nvSpPr>
        <p:spPr>
          <a:xfrm>
            <a:off x="4434840" y="3474720"/>
            <a:ext cx="3246120" cy="10972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t>5. Apply if/else Rules</a:t>
            </a:r>
          </a:p>
        </p:txBody>
      </p:sp>
      <p:sp>
        <p:nvSpPr>
          <p:cNvPr id="8" name="Rounded Rectangle 7"/>
          <p:cNvSpPr/>
          <p:nvPr/>
        </p:nvSpPr>
        <p:spPr>
          <a:xfrm>
            <a:off x="8229600" y="3474720"/>
            <a:ext cx="3246120" cy="109728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pPr>
            <a:r>
              <a:t>6. Display Recommendation</a:t>
            </a:r>
          </a:p>
        </p:txBody>
      </p:sp>
      <p:sp>
        <p:nvSpPr>
          <p:cNvPr id="9" name="TextBox 8"/>
          <p:cNvSpPr txBox="1"/>
          <p:nvPr/>
        </p:nvSpPr>
        <p:spPr>
          <a:xfrm>
            <a:off x="10881360" y="6400800"/>
            <a:ext cx="640080" cy="228600"/>
          </a:xfrm>
          <a:prstGeom prst="rect">
            <a:avLst/>
          </a:prstGeom>
          <a:noFill/>
        </p:spPr>
        <p:txBody>
          <a:bodyPr wrap="none">
            <a:spAutoFit/>
          </a:bodyPr>
          <a:lstStyle/>
          <a:p>
            <a:pPr algn="r">
              <a:defRPr sz="1000"/>
            </a:pPr>
            <a:r>
              <a:t>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1" name="Title 1"/>
          <p:cNvSpPr>
            <a:spLocks noGrp="1"/>
          </p:cNvSpPr>
          <p:nvPr>
            <p:ph type="title"/>
          </p:nvPr>
        </p:nvSpPr>
        <p:spPr>
          <a:xfrm>
            <a:off x="1141413" y="68826"/>
            <a:ext cx="5934508" cy="2497393"/>
          </a:xfrm>
        </p:spPr>
        <p:txBody>
          <a:bodyPr>
            <a:normAutofit/>
          </a:bodyPr>
          <a:lstStyle/>
          <a:p>
            <a:r>
              <a:rPr lang="en-US" sz="3000" b="1" dirty="0"/>
              <a:t>Advantages of Crop Rotation Scheduler</a:t>
            </a:r>
            <a:endParaRPr lang="en-IN" sz="3000" b="1" dirty="0"/>
          </a:p>
        </p:txBody>
      </p:sp>
      <p:pic>
        <p:nvPicPr>
          <p:cNvPr id="2097157" name="Picture Placeholder 5"/>
          <p:cNvPicPr>
            <a:picLocks noGrp="1" noChangeAspect="1"/>
          </p:cNvPicPr>
          <p:nvPr>
            <p:ph type="pic" idx="1"/>
          </p:nvPr>
        </p:nvPicPr>
        <p:blipFill>
          <a:blip r:embed="rId2"/>
          <a:srcRect l="29078" r="29078"/>
          <a:stretch>
            <a:fillRect/>
          </a:stretch>
        </p:blipFill>
        <p:spPr>
          <a:xfrm>
            <a:off x="7075921" y="658761"/>
            <a:ext cx="4162350" cy="5181599"/>
          </a:xfrm>
          <a:prstGeom prst="round2DiagRect">
            <a:avLst>
              <a:gd name="adj1" fmla="val 5608"/>
              <a:gd name="adj2" fmla="val 0"/>
            </a:avLst>
          </a:prstGeom>
          <a:ln w="19050" cap="sq">
            <a:solidFill>
              <a:srgbClr val="7C96A3">
                <a:lumMod val="60000"/>
                <a:lumOff val="40000"/>
                <a:alpha val="60000"/>
              </a:srgbClr>
            </a:solidFill>
            <a:miter lim="800000"/>
          </a:ln>
          <a:effectLst>
            <a:outerShdw blurRad="88900" dist="38100" dir="5400000" algn="t" rotWithShape="0">
              <a:prstClr val="black">
                <a:alpha val="40000"/>
              </a:prstClr>
            </a:outerShdw>
          </a:effectLst>
        </p:spPr>
      </p:pic>
      <p:sp>
        <p:nvSpPr>
          <p:cNvPr id="1048692" name="Text Placeholder 3"/>
          <p:cNvSpPr>
            <a:spLocks noGrp="1"/>
          </p:cNvSpPr>
          <p:nvPr>
            <p:ph type="body" sz="half" idx="2"/>
          </p:nvPr>
        </p:nvSpPr>
        <p:spPr>
          <a:xfrm>
            <a:off x="1141410" y="2880851"/>
            <a:ext cx="5934511" cy="3549445"/>
          </a:xfrm>
        </p:spPr>
        <p:txBody>
          <a:bodyPr>
            <a:norm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Improves soil fertility and maintains nutrient balance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Increases crop yield and productivity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Reduces pests and diseases naturally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Controls weed growth effectively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Enhances soil structure and health</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Ensures efficient use of water and resources</a:t>
            </a: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69906" y="1864082"/>
            <a:ext cx="3919406" cy="553998"/>
          </a:xfrm>
          <a:prstGeom prst="rect">
            <a:avLst/>
          </a:prstGeom>
          <a:noFill/>
        </p:spPr>
        <p:txBody>
          <a:bodyPr wrap="none">
            <a:spAutoFit/>
          </a:bodyPr>
          <a:lstStyle/>
          <a:p>
            <a:pPr>
              <a:defRPr sz="3000" b="1"/>
            </a:pPr>
            <a:r>
              <a:rPr dirty="0"/>
              <a:t>C</a:t>
            </a:r>
            <a:r>
              <a:rPr lang="en-US" dirty="0"/>
              <a:t>URRENT LIMITATIONS</a:t>
            </a:r>
            <a:endParaRPr dirty="0"/>
          </a:p>
        </p:txBody>
      </p:sp>
      <p:sp>
        <p:nvSpPr>
          <p:cNvPr id="3" name="TextBox 2"/>
          <p:cNvSpPr txBox="1"/>
          <p:nvPr/>
        </p:nvSpPr>
        <p:spPr>
          <a:xfrm>
            <a:off x="1369906" y="2418080"/>
            <a:ext cx="10607040" cy="1461939"/>
          </a:xfrm>
          <a:prstGeom prst="rect">
            <a:avLst/>
          </a:prstGeom>
          <a:noFill/>
        </p:spPr>
        <p:txBody>
          <a:bodyPr wrap="square">
            <a:spAutoFit/>
          </a:bodyPr>
          <a:lstStyle/>
          <a:p>
            <a:pPr marL="285750" indent="-285750">
              <a:spcAft>
                <a:spcPts val="1000"/>
              </a:spcAft>
              <a:buFont typeface="Arial" panose="020B0604020202020204" pitchFamily="34" charset="0"/>
              <a:buChar char="•"/>
              <a:defRPr sz="2000"/>
            </a:pPr>
            <a:r>
              <a:rPr sz="1600" dirty="0">
                <a:latin typeface="Times New Roman" panose="02020603050405020304" pitchFamily="18" charset="0"/>
                <a:cs typeface="Times New Roman" panose="02020603050405020304" pitchFamily="18" charset="0"/>
              </a:rPr>
              <a:t>The recommendations are based on simple fixed rules.</a:t>
            </a:r>
          </a:p>
          <a:p>
            <a:pPr marL="285750" indent="-285750">
              <a:spcAft>
                <a:spcPts val="1000"/>
              </a:spcAft>
              <a:buFont typeface="Arial" panose="020B0604020202020204" pitchFamily="34" charset="0"/>
              <a:buChar char="•"/>
              <a:defRPr sz="2000"/>
            </a:pPr>
            <a:r>
              <a:rPr sz="1600" dirty="0">
                <a:latin typeface="Times New Roman" panose="02020603050405020304" pitchFamily="18" charset="0"/>
                <a:cs typeface="Times New Roman" panose="02020603050405020304" pitchFamily="18" charset="0"/>
              </a:rPr>
              <a:t>The program does not use live weather or soil sensor data.</a:t>
            </a:r>
          </a:p>
          <a:p>
            <a:pPr marL="285750" indent="-285750">
              <a:spcAft>
                <a:spcPts val="1000"/>
              </a:spcAft>
              <a:buFont typeface="Arial" panose="020B0604020202020204" pitchFamily="34" charset="0"/>
              <a:buChar char="•"/>
              <a:defRPr sz="2000"/>
            </a:pPr>
            <a:r>
              <a:rPr sz="1600" dirty="0">
                <a:latin typeface="Times New Roman" panose="02020603050405020304" pitchFamily="18" charset="0"/>
                <a:cs typeface="Times New Roman" panose="02020603050405020304" pitchFamily="18" charset="0"/>
              </a:rPr>
              <a:t>It does not calculate exact yield or profit.</a:t>
            </a:r>
          </a:p>
          <a:p>
            <a:pPr marL="285750" indent="-285750">
              <a:spcAft>
                <a:spcPts val="1000"/>
              </a:spcAft>
              <a:buFont typeface="Arial" panose="020B0604020202020204" pitchFamily="34" charset="0"/>
              <a:buChar char="•"/>
              <a:defRPr sz="2000"/>
            </a:pPr>
            <a:r>
              <a:rPr sz="1600" dirty="0">
                <a:latin typeface="Times New Roman" panose="02020603050405020304" pitchFamily="18" charset="0"/>
                <a:cs typeface="Times New Roman" panose="02020603050405020304" pitchFamily="18" charset="0"/>
              </a:rPr>
              <a:t>Real farm decisions should consider local agricultural conditions and expert advice.</a:t>
            </a:r>
          </a:p>
        </p:txBody>
      </p:sp>
      <p:sp>
        <p:nvSpPr>
          <p:cNvPr id="4" name="TextBox 3"/>
          <p:cNvSpPr txBox="1"/>
          <p:nvPr/>
        </p:nvSpPr>
        <p:spPr>
          <a:xfrm>
            <a:off x="10881360" y="6400800"/>
            <a:ext cx="640080" cy="228600"/>
          </a:xfrm>
          <a:prstGeom prst="rect">
            <a:avLst/>
          </a:prstGeom>
          <a:noFill/>
        </p:spPr>
        <p:txBody>
          <a:bodyPr wrap="none">
            <a:spAutoFit/>
          </a:bodyPr>
          <a:lstStyle/>
          <a:p>
            <a:pPr algn="r">
              <a:defRPr sz="1000"/>
            </a:pPr>
            <a:r>
              <a:t>12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25880" y="1325880"/>
            <a:ext cx="4302781" cy="553998"/>
          </a:xfrm>
          <a:prstGeom prst="rect">
            <a:avLst/>
          </a:prstGeom>
          <a:noFill/>
        </p:spPr>
        <p:txBody>
          <a:bodyPr wrap="none">
            <a:spAutoFit/>
          </a:bodyPr>
          <a:lstStyle/>
          <a:p>
            <a:pPr>
              <a:defRPr sz="3000" b="1"/>
            </a:pPr>
            <a:r>
              <a:rPr lang="en-US" dirty="0"/>
              <a:t>FUTURE ENHANCEMENTS</a:t>
            </a:r>
            <a:endParaRPr dirty="0"/>
          </a:p>
        </p:txBody>
      </p:sp>
      <p:sp>
        <p:nvSpPr>
          <p:cNvPr id="3" name="TextBox 2"/>
          <p:cNvSpPr txBox="1"/>
          <p:nvPr/>
        </p:nvSpPr>
        <p:spPr>
          <a:xfrm>
            <a:off x="1325880" y="1969347"/>
            <a:ext cx="10607040" cy="1836400"/>
          </a:xfrm>
          <a:prstGeom prst="rect">
            <a:avLst/>
          </a:prstGeom>
          <a:noFill/>
        </p:spPr>
        <p:txBody>
          <a:bodyPr wrap="square">
            <a:spAutoFit/>
          </a:bodyPr>
          <a:lstStyle/>
          <a:p>
            <a:pPr marL="285750" indent="-285750">
              <a:spcAft>
                <a:spcPts val="1000"/>
              </a:spcAft>
              <a:buFont typeface="Arial" panose="020B0604020202020204" pitchFamily="34" charset="0"/>
              <a:buChar char="•"/>
              <a:defRPr sz="2000"/>
            </a:pPr>
            <a:r>
              <a:rPr sz="1600" dirty="0">
                <a:latin typeface="Times New Roman" panose="02020603050405020304" pitchFamily="18" charset="0"/>
                <a:cs typeface="Times New Roman" panose="02020603050405020304" pitchFamily="18" charset="0"/>
              </a:rPr>
              <a:t>Add soil-moisture, temperature and other sensors.</a:t>
            </a:r>
          </a:p>
          <a:p>
            <a:pPr marL="285750" indent="-285750">
              <a:spcAft>
                <a:spcPts val="1000"/>
              </a:spcAft>
              <a:buFont typeface="Arial" panose="020B0604020202020204" pitchFamily="34" charset="0"/>
              <a:buChar char="•"/>
              <a:defRPr sz="2000"/>
            </a:pPr>
            <a:r>
              <a:rPr sz="1600" dirty="0">
                <a:latin typeface="Times New Roman" panose="02020603050405020304" pitchFamily="18" charset="0"/>
                <a:cs typeface="Times New Roman" panose="02020603050405020304" pitchFamily="18" charset="0"/>
              </a:rPr>
              <a:t>Connect the program to a crop database.</a:t>
            </a:r>
          </a:p>
          <a:p>
            <a:pPr marL="285750" indent="-285750">
              <a:spcAft>
                <a:spcPts val="1000"/>
              </a:spcAft>
              <a:buFont typeface="Arial" panose="020B0604020202020204" pitchFamily="34" charset="0"/>
              <a:buChar char="•"/>
              <a:defRPr sz="2000"/>
            </a:pPr>
            <a:r>
              <a:rPr sz="1600" dirty="0">
                <a:latin typeface="Times New Roman" panose="02020603050405020304" pitchFamily="18" charset="0"/>
                <a:cs typeface="Times New Roman" panose="02020603050405020304" pitchFamily="18" charset="0"/>
              </a:rPr>
              <a:t>Add a GUI or web/mobile application.</a:t>
            </a:r>
          </a:p>
          <a:p>
            <a:pPr marL="285750" indent="-285750">
              <a:spcAft>
                <a:spcPts val="1000"/>
              </a:spcAft>
              <a:buFont typeface="Arial" panose="020B0604020202020204" pitchFamily="34" charset="0"/>
              <a:buChar char="•"/>
              <a:defRPr sz="2000"/>
            </a:pPr>
            <a:r>
              <a:rPr sz="1600" dirty="0">
                <a:latin typeface="Times New Roman" panose="02020603050405020304" pitchFamily="18" charset="0"/>
                <a:cs typeface="Times New Roman" panose="02020603050405020304" pitchFamily="18" charset="0"/>
              </a:rPr>
              <a:t>Include irrigation and fertilizer recommendations.</a:t>
            </a:r>
          </a:p>
          <a:p>
            <a:pPr marL="285750" indent="-285750">
              <a:spcAft>
                <a:spcPts val="1000"/>
              </a:spcAft>
              <a:buFont typeface="Arial" panose="020B0604020202020204" pitchFamily="34" charset="0"/>
              <a:buChar char="•"/>
              <a:defRPr sz="2000"/>
            </a:pPr>
            <a:r>
              <a:rPr sz="1600" dirty="0">
                <a:latin typeface="Times New Roman" panose="02020603050405020304" pitchFamily="18" charset="0"/>
                <a:cs typeface="Times New Roman" panose="02020603050405020304" pitchFamily="18" charset="0"/>
              </a:rPr>
              <a:t>Use real agricultural datasets to improve recommendations.</a:t>
            </a:r>
          </a:p>
        </p:txBody>
      </p:sp>
      <p:sp>
        <p:nvSpPr>
          <p:cNvPr id="4" name="TextBox 3"/>
          <p:cNvSpPr txBox="1"/>
          <p:nvPr/>
        </p:nvSpPr>
        <p:spPr>
          <a:xfrm>
            <a:off x="10881360" y="6400800"/>
            <a:ext cx="640080" cy="228600"/>
          </a:xfrm>
          <a:prstGeom prst="rect">
            <a:avLst/>
          </a:prstGeom>
          <a:noFill/>
        </p:spPr>
        <p:txBody>
          <a:bodyPr wrap="none">
            <a:spAutoFit/>
          </a:bodyPr>
          <a:lstStyle/>
          <a:p>
            <a:pPr algn="r">
              <a:defRPr sz="1000"/>
            </a:pPr>
            <a:r>
              <a:t>13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62946" y="1325880"/>
            <a:ext cx="2422458" cy="553998"/>
          </a:xfrm>
          <a:prstGeom prst="rect">
            <a:avLst/>
          </a:prstGeom>
          <a:noFill/>
        </p:spPr>
        <p:txBody>
          <a:bodyPr wrap="none">
            <a:spAutoFit/>
          </a:bodyPr>
          <a:lstStyle/>
          <a:p>
            <a:pPr>
              <a:defRPr sz="3000" b="1"/>
            </a:pPr>
            <a:r>
              <a:rPr lang="en-US" dirty="0"/>
              <a:t>CONCLUSION</a:t>
            </a:r>
            <a:endParaRPr dirty="0"/>
          </a:p>
        </p:txBody>
      </p:sp>
      <p:sp>
        <p:nvSpPr>
          <p:cNvPr id="3" name="TextBox 2"/>
          <p:cNvSpPr txBox="1"/>
          <p:nvPr/>
        </p:nvSpPr>
        <p:spPr>
          <a:xfrm>
            <a:off x="1562946" y="1977814"/>
            <a:ext cx="10607040" cy="1461939"/>
          </a:xfrm>
          <a:prstGeom prst="rect">
            <a:avLst/>
          </a:prstGeom>
          <a:noFill/>
        </p:spPr>
        <p:txBody>
          <a:bodyPr wrap="square">
            <a:spAutoFit/>
          </a:bodyPr>
          <a:lstStyle/>
          <a:p>
            <a:pPr>
              <a:spcAft>
                <a:spcPts val="1000"/>
              </a:spcAft>
              <a:defRPr sz="2000"/>
            </a:pPr>
            <a:r>
              <a:rPr sz="1600" dirty="0">
                <a:latin typeface="Times New Roman" panose="02020603050405020304" pitchFamily="18" charset="0"/>
                <a:cs typeface="Times New Roman" panose="02020603050405020304" pitchFamily="18" charset="0"/>
              </a:rPr>
              <a:t>The project demonstrates how C++ can solve a simple real-world agriculture problem.</a:t>
            </a:r>
          </a:p>
          <a:p>
            <a:pPr>
              <a:spcAft>
                <a:spcPts val="1000"/>
              </a:spcAft>
              <a:defRPr sz="2000"/>
            </a:pPr>
            <a:r>
              <a:rPr sz="1600" dirty="0">
                <a:latin typeface="Times New Roman" panose="02020603050405020304" pitchFamily="18" charset="0"/>
                <a:cs typeface="Times New Roman" panose="02020603050405020304" pitchFamily="18" charset="0"/>
              </a:rPr>
              <a:t>It takes four basic inputs and applies crop-rotation rules.</a:t>
            </a:r>
          </a:p>
          <a:p>
            <a:pPr>
              <a:spcAft>
                <a:spcPts val="1000"/>
              </a:spcAft>
              <a:defRPr sz="2000"/>
            </a:pPr>
            <a:r>
              <a:rPr sz="1600" dirty="0">
                <a:latin typeface="Times New Roman" panose="02020603050405020304" pitchFamily="18" charset="0"/>
                <a:cs typeface="Times New Roman" panose="02020603050405020304" pitchFamily="18" charset="0"/>
              </a:rPr>
              <a:t>The system gives a recommended next crop along with a reason.</a:t>
            </a:r>
          </a:p>
          <a:p>
            <a:pPr>
              <a:spcAft>
                <a:spcPts val="1000"/>
              </a:spcAft>
              <a:defRPr sz="2000"/>
            </a:pPr>
            <a:r>
              <a:rPr sz="1600" dirty="0">
                <a:latin typeface="Times New Roman" panose="02020603050405020304" pitchFamily="18" charset="0"/>
                <a:cs typeface="Times New Roman" panose="02020603050405020304" pitchFamily="18" charset="0"/>
              </a:rPr>
              <a:t>It provides a strong beginner foundation for a more advanced smart farming system.</a:t>
            </a:r>
          </a:p>
        </p:txBody>
      </p:sp>
      <p:sp>
        <p:nvSpPr>
          <p:cNvPr id="4" name="TextBox 3"/>
          <p:cNvSpPr txBox="1"/>
          <p:nvPr/>
        </p:nvSpPr>
        <p:spPr>
          <a:xfrm>
            <a:off x="10881360" y="6400800"/>
            <a:ext cx="640080" cy="228600"/>
          </a:xfrm>
          <a:prstGeom prst="rect">
            <a:avLst/>
          </a:prstGeom>
          <a:noFill/>
        </p:spPr>
        <p:txBody>
          <a:bodyPr wrap="none">
            <a:spAutoFit/>
          </a:bodyPr>
          <a:lstStyle/>
          <a:p>
            <a:pPr algn="r">
              <a:defRPr sz="1000"/>
            </a:pPr>
            <a:r>
              <a:t>14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0040"/>
            <a:ext cx="10972800" cy="731520"/>
          </a:xfrm>
          <a:prstGeom prst="rect">
            <a:avLst/>
          </a:prstGeom>
          <a:noFill/>
        </p:spPr>
        <p:txBody>
          <a:bodyPr wrap="none">
            <a:spAutoFit/>
          </a:bodyPr>
          <a:lstStyle/>
          <a:p>
            <a:pPr>
              <a:defRPr sz="3000" b="1"/>
            </a:pPr>
            <a:r>
              <a:t>THANK YOU</a:t>
            </a:r>
          </a:p>
        </p:txBody>
      </p:sp>
      <p:sp>
        <p:nvSpPr>
          <p:cNvPr id="3" name="TextBox 2"/>
          <p:cNvSpPr txBox="1"/>
          <p:nvPr/>
        </p:nvSpPr>
        <p:spPr>
          <a:xfrm>
            <a:off x="1828800" y="2377440"/>
            <a:ext cx="8503920" cy="1097280"/>
          </a:xfrm>
          <a:prstGeom prst="rect">
            <a:avLst/>
          </a:prstGeom>
          <a:noFill/>
        </p:spPr>
        <p:txBody>
          <a:bodyPr wrap="none">
            <a:spAutoFit/>
          </a:bodyPr>
          <a:lstStyle/>
          <a:p>
            <a:pPr algn="ctr">
              <a:defRPr sz="3800" b="1"/>
            </a:pPr>
            <a:r>
              <a:t>Questions?</a:t>
            </a:r>
          </a:p>
        </p:txBody>
      </p:sp>
      <p:sp>
        <p:nvSpPr>
          <p:cNvPr id="4" name="TextBox 3"/>
          <p:cNvSpPr txBox="1"/>
          <p:nvPr/>
        </p:nvSpPr>
        <p:spPr>
          <a:xfrm>
            <a:off x="10881360" y="6400800"/>
            <a:ext cx="640080" cy="228600"/>
          </a:xfrm>
          <a:prstGeom prst="rect">
            <a:avLst/>
          </a:prstGeom>
          <a:noFill/>
        </p:spPr>
        <p:txBody>
          <a:bodyPr wrap="none">
            <a:spAutoFit/>
          </a:bodyPr>
          <a:lstStyle/>
          <a:p>
            <a:pPr algn="r">
              <a:defRPr sz="1000"/>
            </a:pPr>
            <a:r>
              <a:t>15</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502</Words>
  <Application>Microsoft Office PowerPoint</Application>
  <PresentationFormat>Widescreen</PresentationFormat>
  <Paragraphs>68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Times New Roman</vt:lpstr>
      <vt:lpstr>Tw Cen MT</vt:lpstr>
      <vt:lpstr>Circuit</vt:lpstr>
      <vt:lpstr>Crop rotation schedular</vt:lpstr>
      <vt:lpstr>Definition</vt:lpstr>
      <vt:lpstr>Need for Crop Rotation</vt:lpstr>
      <vt:lpstr>Principles of Crop Rotation</vt:lpstr>
      <vt:lpstr>PowerPoint Presentation</vt:lpstr>
      <vt:lpstr>PowerPoint Presentation</vt:lpstr>
      <vt:lpstr>PowerPoint Presentation</vt:lpstr>
      <vt:lpstr>Advantages of Crop Rotation Scheduler</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Praveen Pilipe</dc:creator>
  <cp:lastModifiedBy>saiamrutharamachandruni@outlook.com</cp:lastModifiedBy>
  <cp:revision>1</cp:revision>
  <dcterms:created xsi:type="dcterms:W3CDTF">2026-03-31T04:48:52Z</dcterms:created>
  <dcterms:modified xsi:type="dcterms:W3CDTF">2026-09-06T08:52:16Z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03e08dbcbcd94f6e8a8815cb83d803e0</vt:lpwstr>
  </property>
</Properties>
</file>