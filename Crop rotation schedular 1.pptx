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p:sldMasterIdLst>
    <p:sldMasterId id="2147483648" r:id="rId1"/>
  </p:sldMasterIdLst>
  <p:notesMasterIdLst>
    <p:notesMasterId r:id="rId2"/>
  </p:notesMasterIdLst>
  <p:sldIdLst>
    <p:sldId id="256" r:id="rId3"/>
    <p:sldId id="257" r:id="rId4"/>
    <p:sldId id="258" r:id="rId5"/>
    <p:sldId id="259" r:id="rId6"/>
    <p:sldId id="260" r:id="rId7"/>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72" autoAdjust="0"/>
    <p:restoredTop sz="94660"/>
  </p:normalViewPr>
  <p:slideViewPr>
    <p:cSldViewPr snapToGrid="0">
      <p:cViewPr varScale="1">
        <p:scale>
          <a:sx n="78" d="100"/>
          <a:sy n="78" d="100"/>
        </p:scale>
        <p:origin x="878" y="62"/>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tableStyles" Target="tableStyle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1" name=""/>
        <p:cNvGrpSpPr/>
        <p:nvPr/>
      </p:nvGrpSpPr>
      <p:grpSpPr>
        <a:xfrm>
          <a:off x="0" y="0"/>
          <a:ext cx="0" cy="0"/>
          <a:chOff x="0" y="0"/>
          <a:chExt cx="0" cy="0"/>
        </a:xfrm>
      </p:grpSpPr>
      <p:sp>
        <p:nvSpPr>
          <p:cNvPr id="104878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8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8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9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9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9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27" name=""/>
        <p:cNvGrpSpPr/>
        <p:nvPr/>
      </p:nvGrpSpPr>
      <p:grpSpPr>
        <a:xfrm>
          <a:off x="0" y="0"/>
          <a:ext cx="0" cy="0"/>
          <a:chOff x="0" y="0"/>
          <a:chExt cx="0" cy="0"/>
        </a:xfrm>
      </p:grpSpPr>
      <p:pic>
        <p:nvPicPr>
          <p:cNvPr id="2097153" name="Picture 2" descr="\\DROBO-FS\QuickDrops\JB\PPTX NG\Droplets\LightingOverlay.png"/>
          <p:cNvPicPr>
            <a:picLocks noChangeAspect="1" noChangeArrowheads="1"/>
          </p:cNvPicPr>
          <p:nvPr/>
        </p:nvPicPr>
        <p:blipFill>
          <a:blip xmlns:r="http://schemas.openxmlformats.org/officeDocument/2006/relationships" r:embed="rId1">
            <a:alphaModFix amt="30000"/>
            <a:duotone>
              <a:prstClr val="black"/>
              <a:schemeClr val="tx2">
                <a:tint val="45000"/>
                <a:satMod val="400000"/>
              </a:schemeClr>
            </a:duotone>
          </a:blip>
          <a:srcRect/>
          <a:stretch>
            <a:fillRect/>
          </a:stretch>
        </p:blipFill>
        <p:spPr bwMode="auto">
          <a:xfrm>
            <a:off x="0" y="-1"/>
            <a:ext cx="12192003" cy="6858001"/>
          </a:xfrm>
          <a:prstGeom prst="rect"/>
          <a:noFill/>
        </p:spPr>
      </p:pic>
      <p:grpSp>
        <p:nvGrpSpPr>
          <p:cNvPr id="28"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gradFill>
        </p:grpSpPr>
        <p:sp>
          <p:nvSpPr>
            <p:cNvPr id="1048618" name="Rectangle 5"/>
            <p:cNvSpPr>
              <a:spLocks noChangeArrowheads="1"/>
            </p:cNvSpPr>
            <p:nvPr/>
          </p:nvSpPr>
          <p:spPr bwMode="auto">
            <a:xfrm>
              <a:off x="1209675" y="4763"/>
              <a:ext cx="23813" cy="2181225"/>
            </a:xfrm>
            <a:prstGeom prst="rect"/>
            <a:grpFill/>
            <a:ln>
              <a:noFill/>
            </a:ln>
          </p:spPr>
        </p:sp>
        <p:sp>
          <p:nvSpPr>
            <p:cNvPr id="1048619" name="Freeform 6"/>
            <p:cNvSpPr>
              <a:spLocks noEditPoints="1"/>
            </p:cNvSpPr>
            <p:nvPr/>
          </p:nvSpPr>
          <p:spPr bwMode="auto">
            <a:xfrm>
              <a:off x="1128713" y="21764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20" name="Freeform 7"/>
            <p:cNvSpPr>
              <a:spLocks noEditPoints="1"/>
            </p:cNvSpPr>
            <p:nvPr/>
          </p:nvSpPr>
          <p:spPr bwMode="auto">
            <a:xfrm>
              <a:off x="1123950" y="4021138"/>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1" name="Rectangle 8"/>
            <p:cNvSpPr>
              <a:spLocks noChangeArrowheads="1"/>
            </p:cNvSpPr>
            <p:nvPr/>
          </p:nvSpPr>
          <p:spPr bwMode="auto">
            <a:xfrm>
              <a:off x="414338" y="9525"/>
              <a:ext cx="28575" cy="4481513"/>
            </a:xfrm>
            <a:prstGeom prst="rect"/>
            <a:grpFill/>
            <a:ln>
              <a:noFill/>
            </a:ln>
          </p:spPr>
        </p:sp>
        <p:sp>
          <p:nvSpPr>
            <p:cNvPr id="1048622" name="Freeform 9"/>
            <p:cNvSpPr>
              <a:spLocks noEditPoints="1"/>
            </p:cNvSpPr>
            <p:nvPr/>
          </p:nvSpPr>
          <p:spPr bwMode="auto">
            <a:xfrm>
              <a:off x="333375"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3" name="Freeform 10"/>
            <p:cNvSpPr/>
            <p:nvPr/>
          </p:nvSpPr>
          <p:spPr bwMode="auto">
            <a:xfrm>
              <a:off x="190500" y="9525"/>
              <a:ext cx="152400" cy="908050"/>
            </a:xfrm>
            <a:custGeom>
              <a:avLst/>
              <a:ah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048624" name="Freeform 11"/>
            <p:cNvSpPr/>
            <p:nvPr/>
          </p:nvSpPr>
          <p:spPr bwMode="auto">
            <a:xfrm>
              <a:off x="1290638" y="14288"/>
              <a:ext cx="376238" cy="1801813"/>
            </a:xfrm>
            <a:custGeom>
              <a:avLst/>
              <a:ah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048625" name="Freeform 12"/>
            <p:cNvSpPr>
              <a:spLocks noEditPoints="1"/>
            </p:cNvSpPr>
            <p:nvPr/>
          </p:nvSpPr>
          <p:spPr bwMode="auto">
            <a:xfrm>
              <a:off x="1600200" y="180181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26" name="Freeform 13"/>
            <p:cNvSpPr/>
            <p:nvPr/>
          </p:nvSpPr>
          <p:spPr bwMode="auto">
            <a:xfrm>
              <a:off x="1381125" y="9525"/>
              <a:ext cx="371475" cy="1425575"/>
            </a:xfrm>
            <a:custGeom>
              <a:avLst/>
              <a:ah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1048627" name="Freeform 14"/>
            <p:cNvSpPr/>
            <p:nvPr/>
          </p:nvSpPr>
          <p:spPr bwMode="auto">
            <a:xfrm>
              <a:off x="1643063" y="0"/>
              <a:ext cx="152400" cy="912813"/>
            </a:xfrm>
            <a:custGeom>
              <a:avLst/>
              <a:ah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628" name="Freeform 15"/>
            <p:cNvSpPr>
              <a:spLocks noEditPoints="1"/>
            </p:cNvSpPr>
            <p:nvPr/>
          </p:nvSpPr>
          <p:spPr bwMode="auto">
            <a:xfrm>
              <a:off x="1685925" y="14208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9" name="Freeform 16"/>
            <p:cNvSpPr>
              <a:spLocks noEditPoints="1"/>
            </p:cNvSpPr>
            <p:nvPr/>
          </p:nvSpPr>
          <p:spPr bwMode="auto">
            <a:xfrm>
              <a:off x="1685925"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30" name="Freeform 17"/>
            <p:cNvSpPr/>
            <p:nvPr/>
          </p:nvSpPr>
          <p:spPr bwMode="auto">
            <a:xfrm>
              <a:off x="1743075" y="4763"/>
              <a:ext cx="419100" cy="522288"/>
            </a:xfrm>
            <a:custGeom>
              <a:avLst/>
              <a:ah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1048631" name="Freeform 18"/>
            <p:cNvSpPr>
              <a:spLocks noEditPoints="1"/>
            </p:cNvSpPr>
            <p:nvPr/>
          </p:nvSpPr>
          <p:spPr bwMode="auto">
            <a:xfrm>
              <a:off x="2119313" y="488950"/>
              <a:ext cx="161925" cy="147638"/>
            </a:xfrm>
            <a:custGeom>
              <a:avLst/>
              <a:ah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632" name="Freeform 19"/>
            <p:cNvSpPr/>
            <p:nvPr/>
          </p:nvSpPr>
          <p:spPr bwMode="auto">
            <a:xfrm>
              <a:off x="952500" y="4763"/>
              <a:ext cx="152400" cy="908050"/>
            </a:xfrm>
            <a:custGeom>
              <a:avLst/>
              <a:ah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1048633" name="Freeform 20"/>
            <p:cNvSpPr>
              <a:spLocks noEditPoints="1"/>
            </p:cNvSpPr>
            <p:nvPr/>
          </p:nvSpPr>
          <p:spPr bwMode="auto">
            <a:xfrm>
              <a:off x="866775"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1048634" name="Freeform 21"/>
            <p:cNvSpPr>
              <a:spLocks noEditPoints="1"/>
            </p:cNvSpPr>
            <p:nvPr/>
          </p:nvSpPr>
          <p:spPr bwMode="auto">
            <a:xfrm>
              <a:off x="890588" y="15541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35" name="Freeform 22"/>
            <p:cNvSpPr/>
            <p:nvPr/>
          </p:nvSpPr>
          <p:spPr bwMode="auto">
            <a:xfrm>
              <a:off x="738188" y="5622925"/>
              <a:ext cx="338138" cy="1216025"/>
            </a:xfrm>
            <a:custGeom>
              <a:avLst/>
              <a:ah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1048636" name="Freeform 23"/>
            <p:cNvSpPr>
              <a:spLocks noEditPoints="1"/>
            </p:cNvSpPr>
            <p:nvPr/>
          </p:nvSpPr>
          <p:spPr bwMode="auto">
            <a:xfrm>
              <a:off x="647700" y="5480050"/>
              <a:ext cx="157163" cy="157163"/>
            </a:xfrm>
            <a:custGeom>
              <a:avLst/>
              <a:ah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1048637" name="Freeform 24"/>
            <p:cNvSpPr>
              <a:spLocks noEditPoints="1"/>
            </p:cNvSpPr>
            <p:nvPr/>
          </p:nvSpPr>
          <p:spPr bwMode="auto">
            <a:xfrm>
              <a:off x="66675" y="903288"/>
              <a:ext cx="190500" cy="190500"/>
            </a:xfrm>
            <a:custGeom>
              <a:avLst/>
              <a:ah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1048638" name="Freeform 25"/>
            <p:cNvSpPr/>
            <p:nvPr/>
          </p:nvSpPr>
          <p:spPr bwMode="auto">
            <a:xfrm>
              <a:off x="0" y="3897313"/>
              <a:ext cx="133350" cy="266700"/>
            </a:xfrm>
            <a:custGeom>
              <a:avLst/>
              <a:ahLst/>
              <a:rect l="0" t="0" r="r" b="b"/>
              <a:pathLst>
                <a:path w="84" h="168">
                  <a:moveTo>
                    <a:pt x="69" y="168"/>
                  </a:moveTo>
                  <a:lnTo>
                    <a:pt x="0" y="6"/>
                  </a:lnTo>
                  <a:lnTo>
                    <a:pt x="12" y="0"/>
                  </a:lnTo>
                  <a:lnTo>
                    <a:pt x="84" y="162"/>
                  </a:lnTo>
                  <a:lnTo>
                    <a:pt x="69" y="168"/>
                  </a:lnTo>
                  <a:close/>
                </a:path>
              </a:pathLst>
            </a:custGeom>
            <a:grpFill/>
            <a:ln>
              <a:noFill/>
            </a:ln>
          </p:spPr>
        </p:sp>
        <p:sp>
          <p:nvSpPr>
            <p:cNvPr id="1048639" name="Freeform 26"/>
            <p:cNvSpPr>
              <a:spLocks noEditPoints="1"/>
            </p:cNvSpPr>
            <p:nvPr/>
          </p:nvSpPr>
          <p:spPr bwMode="auto">
            <a:xfrm>
              <a:off x="66675" y="414972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40" name="Freeform 27"/>
            <p:cNvSpPr/>
            <p:nvPr/>
          </p:nvSpPr>
          <p:spPr bwMode="auto">
            <a:xfrm>
              <a:off x="0" y="1644650"/>
              <a:ext cx="133350" cy="269875"/>
            </a:xfrm>
            <a:custGeom>
              <a:avLst/>
              <a:ahLst/>
              <a:rect l="0" t="0" r="r" b="b"/>
              <a:pathLst>
                <a:path w="84" h="170">
                  <a:moveTo>
                    <a:pt x="12" y="170"/>
                  </a:moveTo>
                  <a:lnTo>
                    <a:pt x="0" y="164"/>
                  </a:lnTo>
                  <a:lnTo>
                    <a:pt x="69" y="0"/>
                  </a:lnTo>
                  <a:lnTo>
                    <a:pt x="84" y="6"/>
                  </a:lnTo>
                  <a:lnTo>
                    <a:pt x="12" y="170"/>
                  </a:lnTo>
                  <a:close/>
                </a:path>
              </a:pathLst>
            </a:custGeom>
            <a:grpFill/>
            <a:ln>
              <a:noFill/>
            </a:ln>
          </p:spPr>
        </p:sp>
        <p:sp>
          <p:nvSpPr>
            <p:cNvPr id="1048641" name="Freeform 28"/>
            <p:cNvSpPr>
              <a:spLocks noEditPoints="1"/>
            </p:cNvSpPr>
            <p:nvPr/>
          </p:nvSpPr>
          <p:spPr bwMode="auto">
            <a:xfrm>
              <a:off x="66675" y="146843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42" name="Freeform 29"/>
            <p:cNvSpPr/>
            <p:nvPr/>
          </p:nvSpPr>
          <p:spPr bwMode="auto">
            <a:xfrm>
              <a:off x="695325" y="4763"/>
              <a:ext cx="309563" cy="1558925"/>
            </a:xfrm>
            <a:custGeom>
              <a:avLst/>
              <a:ah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1048643" name="Freeform 30"/>
            <p:cNvSpPr>
              <a:spLocks noEditPoints="1"/>
            </p:cNvSpPr>
            <p:nvPr/>
          </p:nvSpPr>
          <p:spPr bwMode="auto">
            <a:xfrm>
              <a:off x="57150" y="488156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4" name="Freeform 31"/>
            <p:cNvSpPr/>
            <p:nvPr/>
          </p:nvSpPr>
          <p:spPr bwMode="auto">
            <a:xfrm>
              <a:off x="138113" y="5060950"/>
              <a:ext cx="304800" cy="1778000"/>
            </a:xfrm>
            <a:custGeom>
              <a:avLst/>
              <a:ah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1048645" name="Freeform 32"/>
            <p:cNvSpPr>
              <a:spLocks noEditPoints="1"/>
            </p:cNvSpPr>
            <p:nvPr/>
          </p:nvSpPr>
          <p:spPr bwMode="auto">
            <a:xfrm>
              <a:off x="561975" y="643096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6" name="Rectangle 33"/>
            <p:cNvSpPr>
              <a:spLocks noChangeArrowheads="1"/>
            </p:cNvSpPr>
            <p:nvPr/>
          </p:nvSpPr>
          <p:spPr bwMode="auto">
            <a:xfrm>
              <a:off x="642938" y="6610350"/>
              <a:ext cx="23813" cy="242888"/>
            </a:xfrm>
            <a:prstGeom prst="rect"/>
            <a:grpFill/>
            <a:ln>
              <a:noFill/>
            </a:ln>
          </p:spPr>
        </p:sp>
        <p:sp>
          <p:nvSpPr>
            <p:cNvPr id="1048647" name="Freeform 34"/>
            <p:cNvSpPr>
              <a:spLocks noEditPoints="1"/>
            </p:cNvSpPr>
            <p:nvPr/>
          </p:nvSpPr>
          <p:spPr bwMode="auto">
            <a:xfrm>
              <a:off x="76200" y="6430963"/>
              <a:ext cx="190500" cy="188913"/>
            </a:xfrm>
            <a:custGeom>
              <a:avLst/>
              <a:ah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8" name="Freeform 35"/>
            <p:cNvSpPr/>
            <p:nvPr/>
          </p:nvSpPr>
          <p:spPr bwMode="auto">
            <a:xfrm>
              <a:off x="0" y="5978525"/>
              <a:ext cx="190500" cy="461963"/>
            </a:xfrm>
            <a:custGeom>
              <a:avLst/>
              <a:ah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1048649" name="Freeform 36"/>
            <p:cNvSpPr/>
            <p:nvPr/>
          </p:nvSpPr>
          <p:spPr bwMode="auto">
            <a:xfrm>
              <a:off x="1014413" y="1801813"/>
              <a:ext cx="214313" cy="755650"/>
            </a:xfrm>
            <a:custGeom>
              <a:avLst/>
              <a:ah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1048650" name="Freeform 37"/>
            <p:cNvSpPr>
              <a:spLocks noEditPoints="1"/>
            </p:cNvSpPr>
            <p:nvPr/>
          </p:nvSpPr>
          <p:spPr bwMode="auto">
            <a:xfrm>
              <a:off x="938213" y="2547938"/>
              <a:ext cx="166688" cy="160338"/>
            </a:xfrm>
            <a:custGeom>
              <a:avLst/>
              <a:ah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48651" name="Freeform 38"/>
            <p:cNvSpPr/>
            <p:nvPr/>
          </p:nvSpPr>
          <p:spPr bwMode="auto">
            <a:xfrm>
              <a:off x="595313" y="4763"/>
              <a:ext cx="638175" cy="4025900"/>
            </a:xfrm>
            <a:custGeom>
              <a:avLst/>
              <a:ah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48652" name="Freeform 39"/>
            <p:cNvSpPr/>
            <p:nvPr/>
          </p:nvSpPr>
          <p:spPr bwMode="auto">
            <a:xfrm>
              <a:off x="1223963" y="1382713"/>
              <a:ext cx="142875" cy="476250"/>
            </a:xfrm>
            <a:custGeom>
              <a:avLst/>
              <a:ah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653" name="Freeform 40"/>
            <p:cNvSpPr>
              <a:spLocks noEditPoints="1"/>
            </p:cNvSpPr>
            <p:nvPr/>
          </p:nvSpPr>
          <p:spPr bwMode="auto">
            <a:xfrm>
              <a:off x="1300163" y="1849438"/>
              <a:ext cx="109538" cy="107950"/>
            </a:xfrm>
            <a:custGeom>
              <a:avLst/>
              <a:ah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654" name="Freeform 41"/>
            <p:cNvSpPr/>
            <p:nvPr/>
          </p:nvSpPr>
          <p:spPr bwMode="auto">
            <a:xfrm>
              <a:off x="280988" y="3417888"/>
              <a:ext cx="142875" cy="474663"/>
            </a:xfrm>
            <a:custGeom>
              <a:avLst/>
              <a:ah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8655" name="Freeform 42"/>
            <p:cNvSpPr>
              <a:spLocks noEditPoints="1"/>
            </p:cNvSpPr>
            <p:nvPr/>
          </p:nvSpPr>
          <p:spPr bwMode="auto">
            <a:xfrm>
              <a:off x="238125" y="3883025"/>
              <a:ext cx="109538" cy="109538"/>
            </a:xfrm>
            <a:custGeom>
              <a:avLst/>
              <a:ah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48656" name="Freeform 43"/>
            <p:cNvSpPr/>
            <p:nvPr/>
          </p:nvSpPr>
          <p:spPr bwMode="auto">
            <a:xfrm>
              <a:off x="4763" y="2166938"/>
              <a:ext cx="114300" cy="452438"/>
            </a:xfrm>
            <a:custGeom>
              <a:avLst/>
              <a:ah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48657" name="Freeform 44"/>
            <p:cNvSpPr>
              <a:spLocks noEditPoints="1"/>
            </p:cNvSpPr>
            <p:nvPr/>
          </p:nvSpPr>
          <p:spPr bwMode="auto">
            <a:xfrm>
              <a:off x="52388" y="2066925"/>
              <a:ext cx="109538" cy="109538"/>
            </a:xfrm>
            <a:custGeom>
              <a:avLst/>
              <a:ah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658" name="Rectangle 45"/>
            <p:cNvSpPr>
              <a:spLocks noChangeArrowheads="1"/>
            </p:cNvSpPr>
            <p:nvPr/>
          </p:nvSpPr>
          <p:spPr bwMode="auto">
            <a:xfrm>
              <a:off x="1228725" y="4662488"/>
              <a:ext cx="23813" cy="2181225"/>
            </a:xfrm>
            <a:prstGeom prst="rect"/>
            <a:grpFill/>
            <a:ln>
              <a:noFill/>
            </a:ln>
          </p:spPr>
        </p:sp>
        <p:sp>
          <p:nvSpPr>
            <p:cNvPr id="1048659" name="Freeform 46"/>
            <p:cNvSpPr/>
            <p:nvPr/>
          </p:nvSpPr>
          <p:spPr bwMode="auto">
            <a:xfrm>
              <a:off x="1319213" y="5041900"/>
              <a:ext cx="371475" cy="1801813"/>
            </a:xfrm>
            <a:custGeom>
              <a:avLst/>
              <a:ah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48660" name="Freeform 47"/>
            <p:cNvSpPr>
              <a:spLocks noEditPoints="1"/>
            </p:cNvSpPr>
            <p:nvPr/>
          </p:nvSpPr>
          <p:spPr bwMode="auto">
            <a:xfrm>
              <a:off x="1147763"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61" name="Freeform 48"/>
            <p:cNvSpPr/>
            <p:nvPr/>
          </p:nvSpPr>
          <p:spPr bwMode="auto">
            <a:xfrm>
              <a:off x="819150" y="3983038"/>
              <a:ext cx="347663" cy="2860675"/>
            </a:xfrm>
            <a:custGeom>
              <a:avLst/>
              <a:ah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048662" name="Freeform 49"/>
            <p:cNvSpPr>
              <a:spLocks noEditPoints="1"/>
            </p:cNvSpPr>
            <p:nvPr/>
          </p:nvSpPr>
          <p:spPr bwMode="auto">
            <a:xfrm>
              <a:off x="728663" y="3806825"/>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63" name="Freeform 50"/>
            <p:cNvSpPr>
              <a:spLocks noEditPoints="1"/>
            </p:cNvSpPr>
            <p:nvPr/>
          </p:nvSpPr>
          <p:spPr bwMode="auto">
            <a:xfrm>
              <a:off x="1624013" y="48672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64" name="Freeform 51"/>
            <p:cNvSpPr/>
            <p:nvPr/>
          </p:nvSpPr>
          <p:spPr bwMode="auto">
            <a:xfrm>
              <a:off x="1404938" y="5422900"/>
              <a:ext cx="371475" cy="1425575"/>
            </a:xfrm>
            <a:custGeom>
              <a:avLst/>
              <a:ah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048665" name="Freeform 52"/>
            <p:cNvSpPr/>
            <p:nvPr/>
          </p:nvSpPr>
          <p:spPr bwMode="auto">
            <a:xfrm>
              <a:off x="1666875" y="5945188"/>
              <a:ext cx="152400" cy="912813"/>
            </a:xfrm>
            <a:custGeom>
              <a:avLst/>
              <a:ah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666" name="Freeform 53"/>
            <p:cNvSpPr>
              <a:spLocks noEditPoints="1"/>
            </p:cNvSpPr>
            <p:nvPr/>
          </p:nvSpPr>
          <p:spPr bwMode="auto">
            <a:xfrm>
              <a:off x="1709738" y="52466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67" name="Freeform 54"/>
            <p:cNvSpPr>
              <a:spLocks noEditPoints="1"/>
            </p:cNvSpPr>
            <p:nvPr/>
          </p:nvSpPr>
          <p:spPr bwMode="auto">
            <a:xfrm>
              <a:off x="1709738" y="57642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68" name="Freeform 55"/>
            <p:cNvSpPr/>
            <p:nvPr/>
          </p:nvSpPr>
          <p:spPr bwMode="auto">
            <a:xfrm>
              <a:off x="1766888" y="6330950"/>
              <a:ext cx="419100" cy="527050"/>
            </a:xfrm>
            <a:custGeom>
              <a:avLst/>
              <a:ah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048669" name="Freeform 56"/>
            <p:cNvSpPr>
              <a:spLocks noEditPoints="1"/>
            </p:cNvSpPr>
            <p:nvPr/>
          </p:nvSpPr>
          <p:spPr bwMode="auto">
            <a:xfrm>
              <a:off x="2147888" y="6221413"/>
              <a:ext cx="157163" cy="147638"/>
            </a:xfrm>
            <a:custGeom>
              <a:avLst/>
              <a:ah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048670" name="Freeform 57"/>
            <p:cNvSpPr/>
            <p:nvPr/>
          </p:nvSpPr>
          <p:spPr bwMode="auto">
            <a:xfrm>
              <a:off x="504825" y="9525"/>
              <a:ext cx="233363" cy="5103813"/>
            </a:xfrm>
            <a:custGeom>
              <a:avLst/>
              <a:ah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048671" name="Freeform 58"/>
            <p:cNvSpPr>
              <a:spLocks noEditPoints="1"/>
            </p:cNvSpPr>
            <p:nvPr/>
          </p:nvSpPr>
          <p:spPr bwMode="auto">
            <a:xfrm>
              <a:off x="633413" y="5103813"/>
              <a:ext cx="185738" cy="185738"/>
            </a:xfrm>
            <a:custGeom>
              <a:avLst/>
              <a:ah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104867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dirty="0" lang="en-US"/>
          </a:p>
        </p:txBody>
      </p:sp>
      <p:sp>
        <p:nvSpPr>
          <p:cNvPr id="1048673" name="Subtitle 2"/>
          <p:cNvSpPr>
            <a:spLocks noGrp="1"/>
          </p:cNvSpPr>
          <p:nvPr>
            <p:ph type="subTitle" idx="1"/>
          </p:nvPr>
        </p:nvSpPr>
        <p:spPr>
          <a:xfrm>
            <a:off x="1876424" y="3602038"/>
            <a:ext cx="8791575" cy="1655762"/>
          </a:xfrm>
        </p:spPr>
        <p:txBody>
          <a:bodyPr>
            <a:normAutofit/>
          </a:bodyPr>
          <a:lstStyle>
            <a:lvl1pPr algn="l" indent="0" marL="0">
              <a:buNone/>
              <a:defRPr baseline="0" cap="all" sz="2000">
                <a:solidFill>
                  <a:schemeClr val="tx2"/>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dirty="0" lang="en-US"/>
          </a:p>
        </p:txBody>
      </p:sp>
      <p:sp>
        <p:nvSpPr>
          <p:cNvPr id="1048674" name="Date Placeholder 3"/>
          <p:cNvSpPr>
            <a:spLocks noGrp="1"/>
          </p:cNvSpPr>
          <p:nvPr>
            <p:ph type="dt" sz="half" idx="10"/>
          </p:nvPr>
        </p:nvSpPr>
        <p:spPr>
          <a:xfrm>
            <a:off x="7077511" y="5410201"/>
            <a:ext cx="2743200" cy="365125"/>
          </a:xfrm>
        </p:spPr>
        <p:txBody>
          <a:bodyPr/>
          <a:p>
            <a:fld id="{48A87A34-81AB-432B-8DAE-1953F412C126}" type="datetimeFigureOut">
              <a:rPr dirty="0" lang="en-US"/>
              <a:t>3/31/2026</a:t>
            </a:fld>
            <a:endParaRPr dirty="0" lang="en-US"/>
          </a:p>
        </p:txBody>
      </p:sp>
      <p:sp>
        <p:nvSpPr>
          <p:cNvPr id="1048675" name="Footer Placeholder 4"/>
          <p:cNvSpPr>
            <a:spLocks noGrp="1"/>
          </p:cNvSpPr>
          <p:nvPr>
            <p:ph type="ftr" sz="quarter" idx="11"/>
          </p:nvPr>
        </p:nvSpPr>
        <p:spPr>
          <a:xfrm>
            <a:off x="1876424" y="5410201"/>
            <a:ext cx="5124886" cy="365125"/>
          </a:xfrm>
        </p:spPr>
        <p:txBody>
          <a:bodyPr/>
          <a:p>
            <a:endParaRPr dirty="0" lang="en-US"/>
          </a:p>
        </p:txBody>
      </p:sp>
      <p:sp>
        <p:nvSpPr>
          <p:cNvPr id="1048676" name="Slide Number Placeholder 5"/>
          <p:cNvSpPr>
            <a:spLocks noGrp="1"/>
          </p:cNvSpPr>
          <p:nvPr>
            <p:ph type="sldNum" sz="quarter" idx="12"/>
          </p:nvPr>
        </p:nvSpPr>
        <p:spPr>
          <a:xfrm>
            <a:off x="9896911" y="5410199"/>
            <a:ext cx="771089" cy="365125"/>
          </a:xfrm>
        </p:spPr>
        <p:txBody>
          <a:bodyPr/>
          <a:p>
            <a:fld id="{6D22F896-40B5-4ADD-8801-0D06FADFA095}" type="slidenum">
              <a:rPr dirty="0" lang="en-US"/>
              <a:t>‹#›</a:t>
            </a:fld>
            <a:endParaRPr dirty="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4" name=""/>
        <p:cNvGrpSpPr/>
        <p:nvPr/>
      </p:nvGrpSpPr>
      <p:grpSpPr>
        <a:xfrm>
          <a:off x="0" y="0"/>
          <a:ext cx="0" cy="0"/>
          <a:chOff x="0" y="0"/>
          <a:chExt cx="0" cy="0"/>
        </a:xfrm>
      </p:grpSpPr>
      <p:sp>
        <p:nvSpPr>
          <p:cNvPr id="1048749" name="Title 1"/>
          <p:cNvSpPr>
            <a:spLocks noGrp="1"/>
          </p:cNvSpPr>
          <p:nvPr>
            <p:ph type="title"/>
          </p:nvPr>
        </p:nvSpPr>
        <p:spPr/>
        <p:txBody>
          <a:bodyPr/>
          <a:p>
            <a:r>
              <a:rPr lang="en-US"/>
              <a:t>Click to edit Master title style</a:t>
            </a:r>
            <a:endParaRPr dirty="0" lang="en-US"/>
          </a:p>
        </p:txBody>
      </p:sp>
      <p:sp>
        <p:nvSpPr>
          <p:cNvPr id="1048750"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51" name="Date Placeholder 3"/>
          <p:cNvSpPr>
            <a:spLocks noGrp="1"/>
          </p:cNvSpPr>
          <p:nvPr>
            <p:ph type="dt" sz="half" idx="10"/>
          </p:nvPr>
        </p:nvSpPr>
        <p:spPr/>
        <p:txBody>
          <a:bodyPr/>
          <a:p>
            <a:fld id="{48A87A34-81AB-432B-8DAE-1953F412C126}" type="datetimeFigureOut">
              <a:rPr dirty="0" lang="en-US"/>
              <a:t>3/31/2026</a:t>
            </a:fld>
            <a:endParaRPr dirty="0" lang="en-US"/>
          </a:p>
        </p:txBody>
      </p:sp>
      <p:sp>
        <p:nvSpPr>
          <p:cNvPr id="1048752" name="Footer Placeholder 4"/>
          <p:cNvSpPr>
            <a:spLocks noGrp="1"/>
          </p:cNvSpPr>
          <p:nvPr>
            <p:ph type="ftr" sz="quarter" idx="11"/>
          </p:nvPr>
        </p:nvSpPr>
        <p:spPr/>
        <p:txBody>
          <a:bodyPr/>
          <a:p>
            <a:endParaRPr dirty="0" lang="en-US"/>
          </a:p>
        </p:txBody>
      </p:sp>
      <p:sp>
        <p:nvSpPr>
          <p:cNvPr id="1048753"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39" name=""/>
        <p:cNvGrpSpPr/>
        <p:nvPr/>
      </p:nvGrpSpPr>
      <p:grpSpPr>
        <a:xfrm>
          <a:off x="0" y="0"/>
          <a:ext cx="0" cy="0"/>
          <a:chOff x="0" y="0"/>
          <a:chExt cx="0" cy="0"/>
        </a:xfrm>
      </p:grpSpPr>
      <p:sp>
        <p:nvSpPr>
          <p:cNvPr id="1048720"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dirty="0" lang="en-US"/>
          </a:p>
        </p:txBody>
      </p:sp>
      <p:sp>
        <p:nvSpPr>
          <p:cNvPr id="1048721" name="Text Placeholder 2"/>
          <p:cNvSpPr>
            <a:spLocks noGrp="1"/>
          </p:cNvSpPr>
          <p:nvPr>
            <p:ph type="body" idx="1"/>
          </p:nvPr>
        </p:nvSpPr>
        <p:spPr>
          <a:xfrm>
            <a:off x="1141411" y="4424362"/>
            <a:ext cx="9906000" cy="1374776"/>
          </a:xfrm>
        </p:spPr>
        <p:txBody>
          <a:bodyPr>
            <a:normAutofit/>
          </a:bodyPr>
          <a:lstStyle>
            <a:lvl1pPr indent="0" marL="0">
              <a:buNone/>
              <a:defRPr baseline="0" cap="all" sz="1800">
                <a:solidFill>
                  <a:schemeClr val="tx1">
                    <a:tint val="75000"/>
                  </a:schemeClr>
                </a:solidFill>
              </a:defRPr>
            </a:lvl1pPr>
            <a:lvl2pPr indent="0" marL="457200">
              <a:buNone/>
              <a:defRPr sz="18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722" name="Date Placeholder 3"/>
          <p:cNvSpPr>
            <a:spLocks noGrp="1"/>
          </p:cNvSpPr>
          <p:nvPr>
            <p:ph type="dt" sz="half" idx="10"/>
          </p:nvPr>
        </p:nvSpPr>
        <p:spPr/>
        <p:txBody>
          <a:bodyPr/>
          <a:p>
            <a:fld id="{48A87A34-81AB-432B-8DAE-1953F412C126}" type="datetimeFigureOut">
              <a:rPr dirty="0" lang="en-US"/>
              <a:t>3/31/2026</a:t>
            </a:fld>
            <a:endParaRPr dirty="0" lang="en-US"/>
          </a:p>
        </p:txBody>
      </p:sp>
      <p:sp>
        <p:nvSpPr>
          <p:cNvPr id="1048723" name="Footer Placeholder 4"/>
          <p:cNvSpPr>
            <a:spLocks noGrp="1"/>
          </p:cNvSpPr>
          <p:nvPr>
            <p:ph type="ftr" sz="quarter" idx="11"/>
          </p:nvPr>
        </p:nvSpPr>
        <p:spPr/>
        <p:txBody>
          <a:bodyPr/>
          <a:p>
            <a:endParaRPr dirty="0" lang="en-US"/>
          </a:p>
        </p:txBody>
      </p:sp>
      <p:sp>
        <p:nvSpPr>
          <p:cNvPr id="1048724"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6" name=""/>
        <p:cNvGrpSpPr/>
        <p:nvPr/>
      </p:nvGrpSpPr>
      <p:grpSpPr>
        <a:xfrm>
          <a:off x="0" y="0"/>
          <a:ext cx="0" cy="0"/>
          <a:chOff x="0" y="0"/>
          <a:chExt cx="0" cy="0"/>
        </a:xfrm>
      </p:grpSpPr>
      <p:sp>
        <p:nvSpPr>
          <p:cNvPr id="1048760" name="Title 1"/>
          <p:cNvSpPr>
            <a:spLocks noGrp="1"/>
          </p:cNvSpPr>
          <p:nvPr>
            <p:ph type="title"/>
          </p:nvPr>
        </p:nvSpPr>
        <p:spPr/>
        <p:txBody>
          <a:bodyPr/>
          <a:p>
            <a:r>
              <a:rPr lang="en-US"/>
              <a:t>Click to edit Master title style</a:t>
            </a:r>
            <a:endParaRPr dirty="0" lang="en-US"/>
          </a:p>
        </p:txBody>
      </p:sp>
      <p:sp>
        <p:nvSpPr>
          <p:cNvPr id="1048761" name="Content Placeholder 2"/>
          <p:cNvSpPr>
            <a:spLocks noGrp="1"/>
          </p:cNvSpPr>
          <p:nvPr>
            <p:ph sz="half" idx="1"/>
          </p:nvPr>
        </p:nvSpPr>
        <p:spPr>
          <a:xfrm>
            <a:off x="1141410" y="2249486"/>
            <a:ext cx="4878389" cy="3541714"/>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62" name="Content Placeholder 3"/>
          <p:cNvSpPr>
            <a:spLocks noGrp="1"/>
          </p:cNvSpPr>
          <p:nvPr>
            <p:ph sz="half" idx="2"/>
          </p:nvPr>
        </p:nvSpPr>
        <p:spPr>
          <a:xfrm>
            <a:off x="6172200" y="2249486"/>
            <a:ext cx="4875211" cy="3541714"/>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63"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764" name="Footer Placeholder 5"/>
          <p:cNvSpPr>
            <a:spLocks noGrp="1"/>
          </p:cNvSpPr>
          <p:nvPr>
            <p:ph type="ftr" sz="quarter" idx="11"/>
          </p:nvPr>
        </p:nvSpPr>
        <p:spPr/>
        <p:txBody>
          <a:bodyPr/>
          <a:p>
            <a:endParaRPr dirty="0" lang="en-US"/>
          </a:p>
        </p:txBody>
      </p:sp>
      <p:sp>
        <p:nvSpPr>
          <p:cNvPr id="1048765"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0" name=""/>
        <p:cNvGrpSpPr/>
        <p:nvPr/>
      </p:nvGrpSpPr>
      <p:grpSpPr>
        <a:xfrm>
          <a:off x="0" y="0"/>
          <a:ext cx="0" cy="0"/>
          <a:chOff x="0" y="0"/>
          <a:chExt cx="0" cy="0"/>
        </a:xfrm>
      </p:grpSpPr>
      <p:sp>
        <p:nvSpPr>
          <p:cNvPr id="1048725" name="Title 1"/>
          <p:cNvSpPr>
            <a:spLocks noGrp="1"/>
          </p:cNvSpPr>
          <p:nvPr>
            <p:ph type="title"/>
          </p:nvPr>
        </p:nvSpPr>
        <p:spPr>
          <a:xfrm>
            <a:off x="1141411" y="619126"/>
            <a:ext cx="9906000" cy="1477961"/>
          </a:xfrm>
        </p:spPr>
        <p:txBody>
          <a:bodyPr/>
          <a:p>
            <a:r>
              <a:rPr lang="en-US"/>
              <a:t>Click to edit Master title style</a:t>
            </a:r>
            <a:endParaRPr dirty="0" lang="en-US"/>
          </a:p>
        </p:txBody>
      </p:sp>
      <p:sp>
        <p:nvSpPr>
          <p:cNvPr id="1048726" name="Text Placeholder 2"/>
          <p:cNvSpPr>
            <a:spLocks noGrp="1"/>
          </p:cNvSpPr>
          <p:nvPr>
            <p:ph type="body" idx="1"/>
          </p:nvPr>
        </p:nvSpPr>
        <p:spPr>
          <a:xfrm>
            <a:off x="1370019" y="2249486"/>
            <a:ext cx="4649783" cy="823912"/>
          </a:xfrm>
        </p:spPr>
        <p:txBody>
          <a:bodyPr anchor="b"/>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27" name="Content Placeholder 3"/>
          <p:cNvSpPr>
            <a:spLocks noGrp="1"/>
          </p:cNvSpPr>
          <p:nvPr>
            <p:ph sz="half" idx="2"/>
          </p:nvPr>
        </p:nvSpPr>
        <p:spPr>
          <a:xfrm>
            <a:off x="1141410" y="3073397"/>
            <a:ext cx="4878391" cy="2717801"/>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28" name="Text Placeholder 4"/>
          <p:cNvSpPr>
            <a:spLocks noGrp="1"/>
          </p:cNvSpPr>
          <p:nvPr>
            <p:ph type="body" sz="quarter" idx="3"/>
          </p:nvPr>
        </p:nvSpPr>
        <p:spPr>
          <a:xfrm>
            <a:off x="6400808" y="2249485"/>
            <a:ext cx="4646602" cy="823912"/>
          </a:xfrm>
        </p:spPr>
        <p:txBody>
          <a:bodyPr anchor="b"/>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29" name="Content Placeholder 5"/>
          <p:cNvSpPr>
            <a:spLocks noGrp="1"/>
          </p:cNvSpPr>
          <p:nvPr>
            <p:ph sz="quarter" idx="4"/>
          </p:nvPr>
        </p:nvSpPr>
        <p:spPr>
          <a:xfrm>
            <a:off x="6172200" y="3073397"/>
            <a:ext cx="4875210" cy="2717801"/>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30" name="Date Placeholder 6"/>
          <p:cNvSpPr>
            <a:spLocks noGrp="1"/>
          </p:cNvSpPr>
          <p:nvPr>
            <p:ph type="dt" sz="half" idx="10"/>
          </p:nvPr>
        </p:nvSpPr>
        <p:spPr/>
        <p:txBody>
          <a:bodyPr/>
          <a:p>
            <a:fld id="{48A87A34-81AB-432B-8DAE-1953F412C126}" type="datetimeFigureOut">
              <a:rPr dirty="0" lang="en-US"/>
              <a:t>3/31/2026</a:t>
            </a:fld>
            <a:endParaRPr dirty="0" lang="en-US"/>
          </a:p>
        </p:txBody>
      </p:sp>
      <p:sp>
        <p:nvSpPr>
          <p:cNvPr id="1048731" name="Footer Placeholder 7"/>
          <p:cNvSpPr>
            <a:spLocks noGrp="1"/>
          </p:cNvSpPr>
          <p:nvPr>
            <p:ph type="ftr" sz="quarter" idx="11"/>
          </p:nvPr>
        </p:nvSpPr>
        <p:spPr/>
        <p:txBody>
          <a:bodyPr/>
          <a:p>
            <a:endParaRPr dirty="0" lang="en-US"/>
          </a:p>
        </p:txBody>
      </p:sp>
      <p:sp>
        <p:nvSpPr>
          <p:cNvPr id="1048732" name="Slide Number Placeholder 8"/>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5" name=""/>
        <p:cNvGrpSpPr/>
        <p:nvPr/>
      </p:nvGrpSpPr>
      <p:grpSpPr>
        <a:xfrm>
          <a:off x="0" y="0"/>
          <a:ext cx="0" cy="0"/>
          <a:chOff x="0" y="0"/>
          <a:chExt cx="0" cy="0"/>
        </a:xfrm>
      </p:grpSpPr>
      <p:sp>
        <p:nvSpPr>
          <p:cNvPr id="1048693" name="Title 1"/>
          <p:cNvSpPr>
            <a:spLocks noGrp="1"/>
          </p:cNvSpPr>
          <p:nvPr>
            <p:ph type="title"/>
          </p:nvPr>
        </p:nvSpPr>
        <p:spPr/>
        <p:txBody>
          <a:bodyPr/>
          <a:p>
            <a:r>
              <a:rPr lang="en-US"/>
              <a:t>Click to edit Master title style</a:t>
            </a:r>
            <a:endParaRPr dirty="0" lang="en-US"/>
          </a:p>
        </p:txBody>
      </p:sp>
      <p:sp>
        <p:nvSpPr>
          <p:cNvPr id="1048694" name="Date Placeholder 2"/>
          <p:cNvSpPr>
            <a:spLocks noGrp="1"/>
          </p:cNvSpPr>
          <p:nvPr>
            <p:ph type="dt" sz="half" idx="10"/>
          </p:nvPr>
        </p:nvSpPr>
        <p:spPr/>
        <p:txBody>
          <a:bodyPr/>
          <a:p>
            <a:fld id="{48A87A34-81AB-432B-8DAE-1953F412C126}" type="datetimeFigureOut">
              <a:rPr dirty="0" lang="en-US"/>
              <a:t>3/31/2026</a:t>
            </a:fld>
            <a:endParaRPr dirty="0" lang="en-US"/>
          </a:p>
        </p:txBody>
      </p:sp>
      <p:sp>
        <p:nvSpPr>
          <p:cNvPr id="1048695" name="Footer Placeholder 3"/>
          <p:cNvSpPr>
            <a:spLocks noGrp="1"/>
          </p:cNvSpPr>
          <p:nvPr>
            <p:ph type="ftr" sz="quarter" idx="11"/>
          </p:nvPr>
        </p:nvSpPr>
        <p:spPr/>
        <p:txBody>
          <a:bodyPr/>
          <a:p>
            <a:endParaRPr dirty="0" lang="en-US"/>
          </a:p>
        </p:txBody>
      </p:sp>
      <p:sp>
        <p:nvSpPr>
          <p:cNvPr id="1048696" name="Slide Number Placeholder 4"/>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1" name=""/>
        <p:cNvGrpSpPr/>
        <p:nvPr/>
      </p:nvGrpSpPr>
      <p:grpSpPr>
        <a:xfrm>
          <a:off x="0" y="0"/>
          <a:ext cx="0" cy="0"/>
          <a:chOff x="0" y="0"/>
          <a:chExt cx="0" cy="0"/>
        </a:xfrm>
      </p:grpSpPr>
      <p:sp>
        <p:nvSpPr>
          <p:cNvPr id="1048733" name="Date Placeholder 1"/>
          <p:cNvSpPr>
            <a:spLocks noGrp="1"/>
          </p:cNvSpPr>
          <p:nvPr>
            <p:ph type="dt" sz="half" idx="10"/>
          </p:nvPr>
        </p:nvSpPr>
        <p:spPr/>
        <p:txBody>
          <a:bodyPr/>
          <a:p>
            <a:fld id="{48A87A34-81AB-432B-8DAE-1953F412C126}" type="datetimeFigureOut">
              <a:rPr dirty="0" lang="en-US"/>
              <a:t>3/31/2026</a:t>
            </a:fld>
            <a:endParaRPr dirty="0" lang="en-US"/>
          </a:p>
        </p:txBody>
      </p:sp>
      <p:sp>
        <p:nvSpPr>
          <p:cNvPr id="1048734" name="Footer Placeholder 2"/>
          <p:cNvSpPr>
            <a:spLocks noGrp="1"/>
          </p:cNvSpPr>
          <p:nvPr>
            <p:ph type="ftr" sz="quarter" idx="11"/>
          </p:nvPr>
        </p:nvSpPr>
        <p:spPr/>
        <p:txBody>
          <a:bodyPr/>
          <a:p>
            <a:endParaRPr dirty="0" lang="en-US"/>
          </a:p>
        </p:txBody>
      </p:sp>
      <p:sp>
        <p:nvSpPr>
          <p:cNvPr id="1048735" name="Slide Number Placeholder 3"/>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8" name=""/>
        <p:cNvGrpSpPr/>
        <p:nvPr/>
      </p:nvGrpSpPr>
      <p:grpSpPr>
        <a:xfrm>
          <a:off x="0" y="0"/>
          <a:ext cx="0" cy="0"/>
          <a:chOff x="0" y="0"/>
          <a:chExt cx="0" cy="0"/>
        </a:xfrm>
      </p:grpSpPr>
      <p:sp>
        <p:nvSpPr>
          <p:cNvPr id="1048776"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dirty="0" lang="en-US"/>
          </a:p>
        </p:txBody>
      </p:sp>
      <p:sp>
        <p:nvSpPr>
          <p:cNvPr id="1048777" name="Content Placeholder 2"/>
          <p:cNvSpPr>
            <a:spLocks noGrp="1"/>
          </p:cNvSpPr>
          <p:nvPr>
            <p:ph idx="1"/>
          </p:nvPr>
        </p:nvSpPr>
        <p:spPr>
          <a:xfrm>
            <a:off x="5156200" y="592666"/>
            <a:ext cx="5891209" cy="5198534"/>
          </a:xfrm>
        </p:spPr>
        <p:txBody>
          <a:bodyPr anchor="ct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78" name="Text Placeholder 3"/>
          <p:cNvSpPr>
            <a:spLocks noGrp="1"/>
          </p:cNvSpPr>
          <p:nvPr>
            <p:ph type="body" sz="half" idx="2"/>
          </p:nvPr>
        </p:nvSpPr>
        <p:spPr>
          <a:xfrm>
            <a:off x="1146705" y="2249486"/>
            <a:ext cx="3856037" cy="3541714"/>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79"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780" name="Footer Placeholder 5"/>
          <p:cNvSpPr>
            <a:spLocks noGrp="1"/>
          </p:cNvSpPr>
          <p:nvPr>
            <p:ph type="ftr" sz="quarter" idx="11"/>
          </p:nvPr>
        </p:nvSpPr>
        <p:spPr/>
        <p:txBody>
          <a:bodyPr/>
          <a:p>
            <a:endParaRPr dirty="0" lang="en-US"/>
          </a:p>
        </p:txBody>
      </p:sp>
      <p:sp>
        <p:nvSpPr>
          <p:cNvPr id="1048781"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0" name=""/>
        <p:cNvGrpSpPr/>
        <p:nvPr/>
      </p:nvGrpSpPr>
      <p:grpSpPr>
        <a:xfrm>
          <a:off x="0" y="0"/>
          <a:ext cx="0" cy="0"/>
          <a:chOff x="0" y="0"/>
          <a:chExt cx="0" cy="0"/>
        </a:xfrm>
      </p:grpSpPr>
      <p:sp>
        <p:nvSpPr>
          <p:cNvPr id="1048679"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dirty="0" lang="en-US"/>
          </a:p>
        </p:txBody>
      </p:sp>
      <p:sp>
        <p:nvSpPr>
          <p:cNvPr id="1048680" name="Picture Placeholder 2"/>
          <p:cNvSpPr>
            <a:spLocks noChangeAspect="1" noGrp="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681" name="Text Placeholder 3"/>
          <p:cNvSpPr>
            <a:spLocks noGrp="1"/>
          </p:cNvSpPr>
          <p:nvPr>
            <p:ph type="body" sz="half" idx="2"/>
          </p:nvPr>
        </p:nvSpPr>
        <p:spPr>
          <a:xfrm>
            <a:off x="1141410" y="2249486"/>
            <a:ext cx="5934511" cy="3541714"/>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82"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683" name="Footer Placeholder 5"/>
          <p:cNvSpPr>
            <a:spLocks noGrp="1"/>
          </p:cNvSpPr>
          <p:nvPr>
            <p:ph type="ftr" sz="quarter" idx="11"/>
          </p:nvPr>
        </p:nvSpPr>
        <p:spPr/>
        <p:txBody>
          <a:bodyPr/>
          <a:p>
            <a:endParaRPr dirty="0" lang="en-US"/>
          </a:p>
        </p:txBody>
      </p:sp>
      <p:sp>
        <p:nvSpPr>
          <p:cNvPr id="1048684"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45" name=""/>
        <p:cNvGrpSpPr/>
        <p:nvPr/>
      </p:nvGrpSpPr>
      <p:grpSpPr>
        <a:xfrm>
          <a:off x="0" y="0"/>
          <a:ext cx="0" cy="0"/>
          <a:chOff x="0" y="0"/>
          <a:chExt cx="0" cy="0"/>
        </a:xfrm>
      </p:grpSpPr>
      <p:sp>
        <p:nvSpPr>
          <p:cNvPr id="1048754"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dirty="0" lang="en-US"/>
          </a:p>
        </p:txBody>
      </p:sp>
      <p:sp>
        <p:nvSpPr>
          <p:cNvPr id="1048755" name="Picture Placeholder 2"/>
          <p:cNvSpPr>
            <a:spLocks noChangeAspect="1" noGrp="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sz="3200" lang="en-US"/>
            </a:lvl1pPr>
          </a:lstStyle>
          <a:p>
            <a:pPr indent="0" lvl="0" marL="0">
              <a:buNone/>
            </a:pPr>
            <a:r>
              <a:rPr lang="en-US"/>
              <a:t>Click icon to add picture</a:t>
            </a:r>
            <a:endParaRPr dirty="0" lang="en-US"/>
          </a:p>
        </p:txBody>
      </p:sp>
      <p:sp>
        <p:nvSpPr>
          <p:cNvPr id="1048756" name="Text Placeholder 3"/>
          <p:cNvSpPr>
            <a:spLocks noGrp="1"/>
          </p:cNvSpPr>
          <p:nvPr>
            <p:ph type="body" sz="half" idx="2"/>
          </p:nvPr>
        </p:nvSpPr>
        <p:spPr>
          <a:xfrm>
            <a:off x="1141364" y="5124020"/>
            <a:ext cx="9910859" cy="682472"/>
          </a:xfrm>
        </p:spPr>
        <p:txBody>
          <a:bodyPr>
            <a:normAutofit/>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57"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758" name="Footer Placeholder 5"/>
          <p:cNvSpPr>
            <a:spLocks noGrp="1"/>
          </p:cNvSpPr>
          <p:nvPr>
            <p:ph type="ftr" sz="quarter" idx="11"/>
          </p:nvPr>
        </p:nvSpPr>
        <p:spPr/>
        <p:txBody>
          <a:bodyPr/>
          <a:p>
            <a:endParaRPr dirty="0" lang="en-US"/>
          </a:p>
        </p:txBody>
      </p:sp>
      <p:sp>
        <p:nvSpPr>
          <p:cNvPr id="1048759"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37" name=""/>
        <p:cNvGrpSpPr/>
        <p:nvPr/>
      </p:nvGrpSpPr>
      <p:grpSpPr>
        <a:xfrm>
          <a:off x="0" y="0"/>
          <a:ext cx="0" cy="0"/>
          <a:chOff x="0" y="0"/>
          <a:chExt cx="0" cy="0"/>
        </a:xfrm>
      </p:grpSpPr>
      <p:sp>
        <p:nvSpPr>
          <p:cNvPr id="104870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dirty="0" lang="en-US"/>
          </a:p>
        </p:txBody>
      </p:sp>
      <p:sp>
        <p:nvSpPr>
          <p:cNvPr id="1048703" name="Text Placeholder 3"/>
          <p:cNvSpPr>
            <a:spLocks noGrp="1"/>
          </p:cNvSpPr>
          <p:nvPr>
            <p:ph type="body" sz="half" idx="2"/>
          </p:nvPr>
        </p:nvSpPr>
        <p:spPr>
          <a:xfrm>
            <a:off x="1141410" y="4419599"/>
            <a:ext cx="9904459" cy="1371599"/>
          </a:xfrm>
        </p:spPr>
        <p:txBody>
          <a:bodyPr anchor="ctr">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04"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705" name="Footer Placeholder 5"/>
          <p:cNvSpPr>
            <a:spLocks noGrp="1"/>
          </p:cNvSpPr>
          <p:nvPr>
            <p:ph type="ftr" sz="quarter" idx="11"/>
          </p:nvPr>
        </p:nvSpPr>
        <p:spPr/>
        <p:txBody>
          <a:bodyPr/>
          <a:p>
            <a:endParaRPr dirty="0" lang="en-US"/>
          </a:p>
        </p:txBody>
      </p:sp>
      <p:sp>
        <p:nvSpPr>
          <p:cNvPr id="1048706"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43" name=""/>
        <p:cNvGrpSpPr/>
        <p:nvPr/>
      </p:nvGrpSpPr>
      <p:grpSpPr>
        <a:xfrm>
          <a:off x="0" y="0"/>
          <a:ext cx="0" cy="0"/>
          <a:chOff x="0" y="0"/>
          <a:chExt cx="0" cy="0"/>
        </a:xfrm>
      </p:grpSpPr>
      <p:sp>
        <p:nvSpPr>
          <p:cNvPr id="1048741"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dirty="0" lang="en-US"/>
          </a:p>
        </p:txBody>
      </p:sp>
      <p:sp>
        <p:nvSpPr>
          <p:cNvPr id="1048742" name="Text Placeholder 3"/>
          <p:cNvSpPr>
            <a:spLocks noGrp="1"/>
          </p:cNvSpPr>
          <p:nvPr>
            <p:ph type="body" sz="half" idx="13"/>
          </p:nvPr>
        </p:nvSpPr>
        <p:spPr>
          <a:xfrm>
            <a:off x="1720644" y="3365557"/>
            <a:ext cx="8752299" cy="548968"/>
          </a:xfrm>
        </p:spPr>
        <p:txBody>
          <a:bodyPr anchor="t">
            <a:normAutofit/>
          </a:bodyPr>
          <a:lstStyle>
            <a:lvl1pPr indent="0" marL="0">
              <a:buNone/>
              <a:defRPr sz="14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43" name="Text Placeholder 3"/>
          <p:cNvSpPr>
            <a:spLocks noGrp="1"/>
          </p:cNvSpPr>
          <p:nvPr>
            <p:ph type="body" sz="half" idx="2"/>
          </p:nvPr>
        </p:nvSpPr>
        <p:spPr>
          <a:xfrm>
            <a:off x="1141411" y="4309919"/>
            <a:ext cx="9906002" cy="1489496"/>
          </a:xfrm>
        </p:spPr>
        <p:txBody>
          <a:bodyPr anchor="ctr">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44"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745" name="Footer Placeholder 5"/>
          <p:cNvSpPr>
            <a:spLocks noGrp="1"/>
          </p:cNvSpPr>
          <p:nvPr>
            <p:ph type="ftr" sz="quarter" idx="11"/>
          </p:nvPr>
        </p:nvSpPr>
        <p:spPr/>
        <p:txBody>
          <a:bodyPr/>
          <a:p>
            <a:endParaRPr dirty="0" lang="en-US"/>
          </a:p>
        </p:txBody>
      </p:sp>
      <p:sp>
        <p:nvSpPr>
          <p:cNvPr id="1048746" name="Slide Number Placeholder 6"/>
          <p:cNvSpPr>
            <a:spLocks noGrp="1"/>
          </p:cNvSpPr>
          <p:nvPr>
            <p:ph type="sldNum" sz="quarter" idx="12"/>
          </p:nvPr>
        </p:nvSpPr>
        <p:spPr/>
        <p:txBody>
          <a:bodyPr/>
          <a:p>
            <a:fld id="{6D22F896-40B5-4ADD-8801-0D06FADFA095}" type="slidenum">
              <a:rPr dirty="0" lang="en-US"/>
              <a:t>‹#›</a:t>
            </a:fld>
            <a:endParaRPr dirty="0" lang="en-US"/>
          </a:p>
        </p:txBody>
      </p:sp>
      <p:sp>
        <p:nvSpPr>
          <p:cNvPr id="1048747" name="TextBox 59"/>
          <p:cNvSpPr txBox="1"/>
          <p:nvPr/>
        </p:nvSpPr>
        <p:spPr>
          <a:xfrm>
            <a:off x="903512" y="732394"/>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lvl="0"/>
            <a:r>
              <a:rPr dirty="0" sz="8000" lang="en-US">
                <a:solidFill>
                  <a:schemeClr val="tx1"/>
                </a:solidFill>
                <a:effectLst/>
              </a:rPr>
              <a:t>“</a:t>
            </a:r>
          </a:p>
        </p:txBody>
      </p:sp>
      <p:sp>
        <p:nvSpPr>
          <p:cNvPr id="1048748" name="TextBox 60"/>
          <p:cNvSpPr txBox="1"/>
          <p:nvPr/>
        </p:nvSpPr>
        <p:spPr>
          <a:xfrm>
            <a:off x="10537370" y="2764972"/>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lvl="0"/>
            <a:r>
              <a:rPr dirty="0" sz="8000" lang="en-US">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36" name=""/>
        <p:cNvGrpSpPr/>
        <p:nvPr/>
      </p:nvGrpSpPr>
      <p:grpSpPr>
        <a:xfrm>
          <a:off x="0" y="0"/>
          <a:ext cx="0" cy="0"/>
          <a:chOff x="0" y="0"/>
          <a:chExt cx="0" cy="0"/>
        </a:xfrm>
      </p:grpSpPr>
      <p:sp>
        <p:nvSpPr>
          <p:cNvPr id="1048697"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dirty="0" lang="en-US"/>
          </a:p>
        </p:txBody>
      </p:sp>
      <p:sp>
        <p:nvSpPr>
          <p:cNvPr id="1048698" name="Text Placeholder 3"/>
          <p:cNvSpPr>
            <a:spLocks noGrp="1"/>
          </p:cNvSpPr>
          <p:nvPr>
            <p:ph type="body" sz="half" idx="2"/>
          </p:nvPr>
        </p:nvSpPr>
        <p:spPr>
          <a:xfrm>
            <a:off x="1141364" y="4657655"/>
            <a:ext cx="9904505" cy="1140644"/>
          </a:xfrm>
        </p:spPr>
        <p:txBody>
          <a:bodyPr anchor="t">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9" name="Date Placeholder 4"/>
          <p:cNvSpPr>
            <a:spLocks noGrp="1"/>
          </p:cNvSpPr>
          <p:nvPr>
            <p:ph type="dt" sz="half" idx="10"/>
          </p:nvPr>
        </p:nvSpPr>
        <p:spPr/>
        <p:txBody>
          <a:bodyPr/>
          <a:p>
            <a:fld id="{48A87A34-81AB-432B-8DAE-1953F412C126}" type="datetimeFigureOut">
              <a:rPr dirty="0" lang="en-US"/>
              <a:t>3/31/2026</a:t>
            </a:fld>
            <a:endParaRPr dirty="0" lang="en-US"/>
          </a:p>
        </p:txBody>
      </p:sp>
      <p:sp>
        <p:nvSpPr>
          <p:cNvPr id="1048700" name="Footer Placeholder 5"/>
          <p:cNvSpPr>
            <a:spLocks noGrp="1"/>
          </p:cNvSpPr>
          <p:nvPr>
            <p:ph type="ftr" sz="quarter" idx="11"/>
          </p:nvPr>
        </p:nvSpPr>
        <p:spPr/>
        <p:txBody>
          <a:bodyPr/>
          <a:p>
            <a:endParaRPr dirty="0" lang="en-US"/>
          </a:p>
        </p:txBody>
      </p:sp>
      <p:sp>
        <p:nvSpPr>
          <p:cNvPr id="1048701" name="Slide Number Placeholder 6"/>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47" name=""/>
        <p:cNvGrpSpPr/>
        <p:nvPr/>
      </p:nvGrpSpPr>
      <p:grpSpPr>
        <a:xfrm>
          <a:off x="0" y="0"/>
          <a:ext cx="0" cy="0"/>
          <a:chOff x="0" y="0"/>
          <a:chExt cx="0" cy="0"/>
        </a:xfrm>
      </p:grpSpPr>
      <p:sp>
        <p:nvSpPr>
          <p:cNvPr id="1048766" name="Title 1"/>
          <p:cNvSpPr>
            <a:spLocks noGrp="1"/>
          </p:cNvSpPr>
          <p:nvPr>
            <p:ph type="title"/>
          </p:nvPr>
        </p:nvSpPr>
        <p:spPr>
          <a:xfrm>
            <a:off x="1141413" y="609600"/>
            <a:ext cx="9905998" cy="1905000"/>
          </a:xfrm>
        </p:spPr>
        <p:txBody>
          <a:bodyPr/>
          <a:p>
            <a:r>
              <a:rPr lang="en-US"/>
              <a:t>Click to edit Master title style</a:t>
            </a:r>
            <a:endParaRPr dirty="0" lang="en-US"/>
          </a:p>
        </p:txBody>
      </p:sp>
      <p:sp>
        <p:nvSpPr>
          <p:cNvPr id="1048767" name="Text Placeholder 2"/>
          <p:cNvSpPr>
            <a:spLocks noGrp="1"/>
          </p:cNvSpPr>
          <p:nvPr>
            <p:ph type="body" idx="1"/>
          </p:nvPr>
        </p:nvSpPr>
        <p:spPr>
          <a:xfrm>
            <a:off x="1141410" y="2674463"/>
            <a:ext cx="3196899" cy="685800"/>
          </a:xfrm>
        </p:spPr>
        <p:txBody>
          <a:bodyPr anchor="b">
            <a:noAutofit/>
          </a:bodyPr>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68" name="Text Placeholder 3"/>
          <p:cNvSpPr>
            <a:spLocks noGrp="1"/>
          </p:cNvSpPr>
          <p:nvPr>
            <p:ph type="body" sz="half" idx="15"/>
          </p:nvPr>
        </p:nvSpPr>
        <p:spPr>
          <a:xfrm>
            <a:off x="1127918" y="3360263"/>
            <a:ext cx="3208735" cy="2430936"/>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69" name="Text Placeholder 4"/>
          <p:cNvSpPr>
            <a:spLocks noGrp="1"/>
          </p:cNvSpPr>
          <p:nvPr>
            <p:ph type="body" sz="quarter" idx="3"/>
          </p:nvPr>
        </p:nvSpPr>
        <p:spPr>
          <a:xfrm>
            <a:off x="4514766" y="2677635"/>
            <a:ext cx="3184385" cy="685800"/>
          </a:xfrm>
        </p:spPr>
        <p:txBody>
          <a:bodyPr anchor="b">
            <a:noAutofit/>
          </a:bodyPr>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70" name="Text Placeholder 3"/>
          <p:cNvSpPr>
            <a:spLocks noGrp="1"/>
          </p:cNvSpPr>
          <p:nvPr>
            <p:ph type="body" sz="half" idx="16"/>
          </p:nvPr>
        </p:nvSpPr>
        <p:spPr>
          <a:xfrm>
            <a:off x="4504213" y="3363435"/>
            <a:ext cx="3195830" cy="2430936"/>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71" name="Text Placeholder 4"/>
          <p:cNvSpPr>
            <a:spLocks noGrp="1"/>
          </p:cNvSpPr>
          <p:nvPr>
            <p:ph type="body" sz="quarter" idx="13"/>
          </p:nvPr>
        </p:nvSpPr>
        <p:spPr>
          <a:xfrm>
            <a:off x="7852442" y="2674463"/>
            <a:ext cx="3194968" cy="685800"/>
          </a:xfrm>
        </p:spPr>
        <p:txBody>
          <a:bodyPr anchor="b">
            <a:noAutofit/>
          </a:bodyPr>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72" name="Text Placeholder 3"/>
          <p:cNvSpPr>
            <a:spLocks noGrp="1"/>
          </p:cNvSpPr>
          <p:nvPr>
            <p:ph type="body" sz="half" idx="17"/>
          </p:nvPr>
        </p:nvSpPr>
        <p:spPr>
          <a:xfrm>
            <a:off x="7852442" y="3360263"/>
            <a:ext cx="3194968" cy="2430936"/>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73" name="Date Placeholder 2"/>
          <p:cNvSpPr>
            <a:spLocks noGrp="1"/>
          </p:cNvSpPr>
          <p:nvPr>
            <p:ph type="dt" sz="half" idx="10"/>
          </p:nvPr>
        </p:nvSpPr>
        <p:spPr/>
        <p:txBody>
          <a:bodyPr/>
          <a:p>
            <a:fld id="{48A87A34-81AB-432B-8DAE-1953F412C126}" type="datetimeFigureOut">
              <a:rPr dirty="0" lang="en-US"/>
              <a:t>3/31/2026</a:t>
            </a:fld>
            <a:endParaRPr dirty="0" lang="en-US"/>
          </a:p>
        </p:txBody>
      </p:sp>
      <p:sp>
        <p:nvSpPr>
          <p:cNvPr id="1048774" name="Footer Placeholder 3"/>
          <p:cNvSpPr>
            <a:spLocks noGrp="1"/>
          </p:cNvSpPr>
          <p:nvPr>
            <p:ph type="ftr" sz="quarter" idx="11"/>
          </p:nvPr>
        </p:nvSpPr>
        <p:spPr/>
        <p:txBody>
          <a:bodyPr/>
          <a:p>
            <a:endParaRPr dirty="0" lang="en-US"/>
          </a:p>
        </p:txBody>
      </p:sp>
      <p:sp>
        <p:nvSpPr>
          <p:cNvPr id="1048775" name="Slide Number Placeholder 4"/>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38" name=""/>
        <p:cNvGrpSpPr/>
        <p:nvPr/>
      </p:nvGrpSpPr>
      <p:grpSpPr>
        <a:xfrm>
          <a:off x="0" y="0"/>
          <a:ext cx="0" cy="0"/>
          <a:chOff x="0" y="0"/>
          <a:chExt cx="0" cy="0"/>
        </a:xfrm>
      </p:grpSpPr>
      <p:sp>
        <p:nvSpPr>
          <p:cNvPr id="1048707" name="Title 1"/>
          <p:cNvSpPr>
            <a:spLocks noGrp="1"/>
          </p:cNvSpPr>
          <p:nvPr>
            <p:ph type="title"/>
          </p:nvPr>
        </p:nvSpPr>
        <p:spPr>
          <a:xfrm>
            <a:off x="1141411" y="609600"/>
            <a:ext cx="9905999" cy="1905000"/>
          </a:xfrm>
        </p:spPr>
        <p:txBody>
          <a:bodyPr/>
          <a:p>
            <a:r>
              <a:rPr lang="en-US"/>
              <a:t>Click to edit Master title style</a:t>
            </a:r>
            <a:endParaRPr dirty="0" lang="en-US"/>
          </a:p>
        </p:txBody>
      </p:sp>
      <p:sp>
        <p:nvSpPr>
          <p:cNvPr id="1048708" name="Text Placeholder 2"/>
          <p:cNvSpPr>
            <a:spLocks noGrp="1"/>
          </p:cNvSpPr>
          <p:nvPr>
            <p:ph type="body" idx="1"/>
          </p:nvPr>
        </p:nvSpPr>
        <p:spPr>
          <a:xfrm>
            <a:off x="1141413" y="4404596"/>
            <a:ext cx="3195240" cy="576262"/>
          </a:xfrm>
        </p:spPr>
        <p:txBody>
          <a:bodyPr anchor="b">
            <a:noAutofit/>
          </a:bodyPr>
          <a:lstStyle>
            <a:lvl1pPr indent="0" marL="0">
              <a:lnSpc>
                <a:spcPct val="90000"/>
              </a:lnSpc>
              <a:buNone/>
              <a:defRPr baseline="0" b="0" cap="all"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9" name="Picture Placeholder 2"/>
          <p:cNvSpPr>
            <a:spLocks noChangeAspect="1" noGrp="1"/>
          </p:cNvSpPr>
          <p:nvPr>
            <p:ph type="pic" idx="15"/>
          </p:nvPr>
        </p:nvSpPr>
        <p:spPr>
          <a:xfrm>
            <a:off x="1141413" y="2666998"/>
            <a:ext cx="3195240" cy="1524000"/>
          </a:xfrm>
          <a:prstGeom prst="round2DiagRect"/>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dirty="0" sz="2000" lang="en-US"/>
            </a:lvl1pPr>
          </a:lstStyle>
          <a:p>
            <a:pPr indent="0" lvl="0" marL="0">
              <a:buNone/>
            </a:pPr>
            <a:r>
              <a:rPr lang="en-US"/>
              <a:t>Click icon to add picture</a:t>
            </a:r>
            <a:endParaRPr dirty="0" lang="en-US"/>
          </a:p>
        </p:txBody>
      </p:sp>
      <p:sp>
        <p:nvSpPr>
          <p:cNvPr id="1048710" name="Text Placeholder 3"/>
          <p:cNvSpPr>
            <a:spLocks noGrp="1"/>
          </p:cNvSpPr>
          <p:nvPr>
            <p:ph type="body" sz="half" idx="18"/>
          </p:nvPr>
        </p:nvSpPr>
        <p:spPr>
          <a:xfrm>
            <a:off x="1141413" y="4980858"/>
            <a:ext cx="3195240" cy="817843"/>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11" name="Text Placeholder 4"/>
          <p:cNvSpPr>
            <a:spLocks noGrp="1"/>
          </p:cNvSpPr>
          <p:nvPr>
            <p:ph type="body" sz="quarter" idx="3"/>
          </p:nvPr>
        </p:nvSpPr>
        <p:spPr>
          <a:xfrm>
            <a:off x="4489053" y="4404596"/>
            <a:ext cx="3200400" cy="576262"/>
          </a:xfrm>
        </p:spPr>
        <p:txBody>
          <a:bodyPr anchor="b">
            <a:noAutofit/>
          </a:bodyPr>
          <a:lstStyle>
            <a:lvl1pPr indent="0" marL="0">
              <a:lnSpc>
                <a:spcPct val="90000"/>
              </a:lnSpc>
              <a:buNone/>
              <a:defRPr baseline="0" b="0" cap="all"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12" name="Picture Placeholder 2"/>
          <p:cNvSpPr>
            <a:spLocks noChangeAspect="1" noGrp="1"/>
          </p:cNvSpPr>
          <p:nvPr>
            <p:ph type="pic" idx="21"/>
          </p:nvPr>
        </p:nvSpPr>
        <p:spPr>
          <a:xfrm>
            <a:off x="4489053" y="2666998"/>
            <a:ext cx="3198940" cy="1524000"/>
          </a:xfrm>
          <a:prstGeom prst="round2DiagRect"/>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dirty="0" sz="2000" lang="en-US"/>
            </a:lvl1pPr>
          </a:lstStyle>
          <a:p>
            <a:pPr indent="0" lvl="0" marL="0">
              <a:buNone/>
            </a:pPr>
            <a:r>
              <a:rPr lang="en-US"/>
              <a:t>Click icon to add picture</a:t>
            </a:r>
            <a:endParaRPr dirty="0" lang="en-US"/>
          </a:p>
        </p:txBody>
      </p:sp>
      <p:sp>
        <p:nvSpPr>
          <p:cNvPr id="1048713" name="Text Placeholder 3"/>
          <p:cNvSpPr>
            <a:spLocks noGrp="1"/>
          </p:cNvSpPr>
          <p:nvPr>
            <p:ph type="body" sz="half" idx="19"/>
          </p:nvPr>
        </p:nvSpPr>
        <p:spPr>
          <a:xfrm>
            <a:off x="4487593" y="4980857"/>
            <a:ext cx="3200400" cy="810342"/>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14" name="Text Placeholder 4"/>
          <p:cNvSpPr>
            <a:spLocks noGrp="1"/>
          </p:cNvSpPr>
          <p:nvPr>
            <p:ph type="body" sz="quarter" idx="13"/>
          </p:nvPr>
        </p:nvSpPr>
        <p:spPr>
          <a:xfrm>
            <a:off x="7852567" y="4404595"/>
            <a:ext cx="3190741" cy="576262"/>
          </a:xfrm>
        </p:spPr>
        <p:txBody>
          <a:bodyPr anchor="b">
            <a:noAutofit/>
          </a:bodyPr>
          <a:lstStyle>
            <a:lvl1pPr indent="0" marL="0">
              <a:lnSpc>
                <a:spcPct val="90000"/>
              </a:lnSpc>
              <a:buNone/>
              <a:defRPr baseline="0" b="0" cap="all"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15" name="Picture Placeholder 2"/>
          <p:cNvSpPr>
            <a:spLocks noChangeAspect="1" noGrp="1"/>
          </p:cNvSpPr>
          <p:nvPr>
            <p:ph type="pic" idx="22"/>
          </p:nvPr>
        </p:nvSpPr>
        <p:spPr>
          <a:xfrm>
            <a:off x="7852442" y="2666998"/>
            <a:ext cx="3194969" cy="1524000"/>
          </a:xfrm>
          <a:prstGeom prst="round2DiagRect"/>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dirty="0" sz="2000" lang="en-US"/>
            </a:lvl1pPr>
          </a:lstStyle>
          <a:p>
            <a:pPr indent="0" lvl="0" marL="0">
              <a:buNone/>
            </a:pPr>
            <a:r>
              <a:rPr lang="en-US"/>
              <a:t>Click icon to add picture</a:t>
            </a:r>
            <a:endParaRPr dirty="0" lang="en-US"/>
          </a:p>
        </p:txBody>
      </p:sp>
      <p:sp>
        <p:nvSpPr>
          <p:cNvPr id="1048716" name="Text Placeholder 3"/>
          <p:cNvSpPr>
            <a:spLocks noGrp="1"/>
          </p:cNvSpPr>
          <p:nvPr>
            <p:ph type="body" sz="half" idx="20"/>
          </p:nvPr>
        </p:nvSpPr>
        <p:spPr>
          <a:xfrm>
            <a:off x="7852442" y="4980854"/>
            <a:ext cx="3194968" cy="810345"/>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17" name="Date Placeholder 2"/>
          <p:cNvSpPr>
            <a:spLocks noGrp="1"/>
          </p:cNvSpPr>
          <p:nvPr>
            <p:ph type="dt" sz="half" idx="10"/>
          </p:nvPr>
        </p:nvSpPr>
        <p:spPr/>
        <p:txBody>
          <a:bodyPr/>
          <a:p>
            <a:fld id="{48A87A34-81AB-432B-8DAE-1953F412C126}" type="datetimeFigureOut">
              <a:rPr dirty="0" lang="en-US"/>
              <a:t>3/31/2026</a:t>
            </a:fld>
            <a:endParaRPr dirty="0" lang="en-US"/>
          </a:p>
        </p:txBody>
      </p:sp>
      <p:sp>
        <p:nvSpPr>
          <p:cNvPr id="1048718" name="Footer Placeholder 3"/>
          <p:cNvSpPr>
            <a:spLocks noGrp="1"/>
          </p:cNvSpPr>
          <p:nvPr>
            <p:ph type="ftr" sz="quarter" idx="11"/>
          </p:nvPr>
        </p:nvSpPr>
        <p:spPr/>
        <p:txBody>
          <a:bodyPr/>
          <a:p>
            <a:endParaRPr dirty="0" lang="en-US"/>
          </a:p>
        </p:txBody>
      </p:sp>
      <p:sp>
        <p:nvSpPr>
          <p:cNvPr id="1048719" name="Slide Number Placeholder 4"/>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9" name=""/>
        <p:cNvGrpSpPr/>
        <p:nvPr/>
      </p:nvGrpSpPr>
      <p:grpSpPr>
        <a:xfrm>
          <a:off x="0" y="0"/>
          <a:ext cx="0" cy="0"/>
          <a:chOff x="0" y="0"/>
          <a:chExt cx="0" cy="0"/>
        </a:xfrm>
      </p:grpSpPr>
      <p:sp>
        <p:nvSpPr>
          <p:cNvPr id="1048782" name="Title 1"/>
          <p:cNvSpPr>
            <a:spLocks noGrp="1"/>
          </p:cNvSpPr>
          <p:nvPr>
            <p:ph type="title"/>
          </p:nvPr>
        </p:nvSpPr>
        <p:spPr/>
        <p:txBody>
          <a:bodyPr/>
          <a:p>
            <a:r>
              <a:rPr lang="en-US"/>
              <a:t>Click to edit Master title style</a:t>
            </a:r>
            <a:endParaRPr dirty="0" lang="en-US"/>
          </a:p>
        </p:txBody>
      </p:sp>
      <p:sp>
        <p:nvSpPr>
          <p:cNvPr id="1048783" name="Vertical Text Placeholder 2"/>
          <p:cNvSpPr>
            <a:spLocks noGrp="1"/>
          </p:cNvSpPr>
          <p:nvPr>
            <p:ph type="body" orient="vert" idx="1"/>
          </p:nvPr>
        </p:nvSpPr>
        <p:spPr/>
        <p:txBody>
          <a:bodyPr anchor="t"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84" name="Date Placeholder 3"/>
          <p:cNvSpPr>
            <a:spLocks noGrp="1"/>
          </p:cNvSpPr>
          <p:nvPr>
            <p:ph type="dt" sz="half" idx="10"/>
          </p:nvPr>
        </p:nvSpPr>
        <p:spPr/>
        <p:txBody>
          <a:bodyPr/>
          <a:p>
            <a:fld id="{48A87A34-81AB-432B-8DAE-1953F412C126}" type="datetimeFigureOut">
              <a:rPr dirty="0" lang="en-US"/>
              <a:t>3/31/2026</a:t>
            </a:fld>
            <a:endParaRPr dirty="0" lang="en-US"/>
          </a:p>
        </p:txBody>
      </p:sp>
      <p:sp>
        <p:nvSpPr>
          <p:cNvPr id="1048785" name="Footer Placeholder 4"/>
          <p:cNvSpPr>
            <a:spLocks noGrp="1"/>
          </p:cNvSpPr>
          <p:nvPr>
            <p:ph type="ftr" sz="quarter" idx="11"/>
          </p:nvPr>
        </p:nvSpPr>
        <p:spPr/>
        <p:txBody>
          <a:bodyPr/>
          <a:p>
            <a:endParaRPr dirty="0" lang="en-US"/>
          </a:p>
        </p:txBody>
      </p:sp>
      <p:sp>
        <p:nvSpPr>
          <p:cNvPr id="1048786"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2" name=""/>
        <p:cNvGrpSpPr/>
        <p:nvPr/>
      </p:nvGrpSpPr>
      <p:grpSpPr>
        <a:xfrm>
          <a:off x="0" y="0"/>
          <a:ext cx="0" cy="0"/>
          <a:chOff x="0" y="0"/>
          <a:chExt cx="0" cy="0"/>
        </a:xfrm>
      </p:grpSpPr>
      <p:sp>
        <p:nvSpPr>
          <p:cNvPr id="1048736" name="Vertical Title 1"/>
          <p:cNvSpPr>
            <a:spLocks noGrp="1"/>
          </p:cNvSpPr>
          <p:nvPr>
            <p:ph type="title" orient="vert"/>
          </p:nvPr>
        </p:nvSpPr>
        <p:spPr>
          <a:xfrm>
            <a:off x="9042400" y="609599"/>
            <a:ext cx="2005011" cy="5181601"/>
          </a:xfrm>
        </p:spPr>
        <p:txBody>
          <a:bodyPr vert="eaVert"/>
          <a:p>
            <a:r>
              <a:rPr lang="en-US"/>
              <a:t>Click to edit Master title style</a:t>
            </a:r>
            <a:endParaRPr dirty="0" lang="en-US"/>
          </a:p>
        </p:txBody>
      </p:sp>
      <p:sp>
        <p:nvSpPr>
          <p:cNvPr id="1048737" name="Vertical Text Placeholder 2"/>
          <p:cNvSpPr>
            <a:spLocks noGrp="1"/>
          </p:cNvSpPr>
          <p:nvPr>
            <p:ph type="body" orient="vert" idx="1"/>
          </p:nvPr>
        </p:nvSpPr>
        <p:spPr>
          <a:xfrm>
            <a:off x="1141410" y="609599"/>
            <a:ext cx="7748590" cy="5181601"/>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38" name="Date Placeholder 3"/>
          <p:cNvSpPr>
            <a:spLocks noGrp="1"/>
          </p:cNvSpPr>
          <p:nvPr>
            <p:ph type="dt" sz="half" idx="10"/>
          </p:nvPr>
        </p:nvSpPr>
        <p:spPr/>
        <p:txBody>
          <a:bodyPr/>
          <a:p>
            <a:fld id="{48A87A34-81AB-432B-8DAE-1953F412C126}" type="datetimeFigureOut">
              <a:rPr dirty="0" lang="en-US"/>
              <a:t>3/31/2026</a:t>
            </a:fld>
            <a:endParaRPr dirty="0" lang="en-US"/>
          </a:p>
        </p:txBody>
      </p:sp>
      <p:sp>
        <p:nvSpPr>
          <p:cNvPr id="1048739" name="Footer Placeholder 4"/>
          <p:cNvSpPr>
            <a:spLocks noGrp="1"/>
          </p:cNvSpPr>
          <p:nvPr>
            <p:ph type="ftr" sz="quarter" idx="11"/>
          </p:nvPr>
        </p:nvSpPr>
        <p:spPr/>
        <p:txBody>
          <a:bodyPr/>
          <a:p>
            <a:endParaRPr dirty="0" lang="en-US"/>
          </a:p>
        </p:txBody>
      </p:sp>
      <p:sp>
        <p:nvSpPr>
          <p:cNvPr id="1048740" name="Slide Number Placeholder 5"/>
          <p:cNvSpPr>
            <a:spLocks noGrp="1"/>
          </p:cNvSpPr>
          <p:nvPr>
            <p:ph type="sldNum" sz="quarter" idx="12"/>
          </p:nvPr>
        </p:nvSpPr>
        <p:spPr/>
        <p:txBody>
          <a:bodyPr/>
          <a:p>
            <a:fld id="{6D22F896-40B5-4ADD-8801-0D06FADFA095}" type="slidenum">
              <a:rPr dirty="0" lang="en-US"/>
              <a:t>‹#›</a:t>
            </a:fld>
            <a:endParaRPr dirty="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image" Target="../media/image1.png"/><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6"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xmlns:r="http://schemas.openxmlformats.org/officeDocument/2006/relationships" r:embed="rId18">
            <a:alphaModFix amt="30000"/>
            <a:duotone>
              <a:prstClr val="black"/>
              <a:schemeClr val="tx2">
                <a:tint val="45000"/>
                <a:satMod val="400000"/>
              </a:schemeClr>
            </a:duotone>
          </a:blip>
          <a:srcRect/>
          <a:stretch>
            <a:fillRect/>
          </a:stretch>
        </p:blipFill>
        <p:spPr bwMode="auto">
          <a:xfrm>
            <a:off x="0" y="-1"/>
            <a:ext cx="12192003" cy="6858001"/>
          </a:xfrm>
          <a:prstGeom prst="rect"/>
          <a:noFill/>
        </p:spPr>
      </p:pic>
      <p:grpSp>
        <p:nvGrpSpPr>
          <p:cNvPr id="7"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gradFill>
        </p:grpSpPr>
        <p:grpSp>
          <p:nvGrpSpPr>
            <p:cNvPr id="8" name="Group 8"/>
            <p:cNvGrpSpPr/>
            <p:nvPr/>
          </p:nvGrpSpPr>
          <p:grpSpPr>
            <a:xfrm>
              <a:off x="-14288" y="0"/>
              <a:ext cx="1220788" cy="6858001"/>
              <a:chOff x="-14288" y="0"/>
              <a:chExt cx="1220788" cy="6858001"/>
            </a:xfrm>
            <a:grpFill/>
          </p:grpSpPr>
          <p:sp>
            <p:nvSpPr>
              <p:cNvPr id="1048576" name="Rectangle 5"/>
              <p:cNvSpPr>
                <a:spLocks noChangeArrowheads="1"/>
              </p:cNvSpPr>
              <p:nvPr/>
            </p:nvSpPr>
            <p:spPr bwMode="auto">
              <a:xfrm>
                <a:off x="114300" y="4763"/>
                <a:ext cx="23813" cy="2181225"/>
              </a:xfrm>
              <a:prstGeom prst="rect"/>
              <a:grpFill/>
              <a:ln>
                <a:noFill/>
              </a:ln>
            </p:spPr>
          </p:sp>
          <p:sp>
            <p:nvSpPr>
              <p:cNvPr id="1048577" name="Freeform 6"/>
              <p:cNvSpPr>
                <a:spLocks noEditPoints="1"/>
              </p:cNvSpPr>
              <p:nvPr/>
            </p:nvSpPr>
            <p:spPr bwMode="auto">
              <a:xfrm>
                <a:off x="33337" y="21764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578" name="Freeform 7"/>
              <p:cNvSpPr>
                <a:spLocks noEditPoints="1"/>
              </p:cNvSpPr>
              <p:nvPr/>
            </p:nvSpPr>
            <p:spPr bwMode="auto">
              <a:xfrm>
                <a:off x="28575" y="4021138"/>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579" name="Freeform 8"/>
              <p:cNvSpPr/>
              <p:nvPr/>
            </p:nvSpPr>
            <p:spPr bwMode="auto">
              <a:xfrm>
                <a:off x="200025" y="4763"/>
                <a:ext cx="369888" cy="1811338"/>
              </a:xfrm>
              <a:custGeom>
                <a:avLst/>
                <a:ah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1048580" name="Freeform 9"/>
              <p:cNvSpPr>
                <a:spLocks noEditPoints="1"/>
              </p:cNvSpPr>
              <p:nvPr/>
            </p:nvSpPr>
            <p:spPr bwMode="auto">
              <a:xfrm>
                <a:off x="503237" y="1801813"/>
                <a:ext cx="190500" cy="188913"/>
              </a:xfrm>
              <a:custGeom>
                <a:avLst/>
                <a:ah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1048581" name="Freeform 10"/>
              <p:cNvSpPr/>
              <p:nvPr/>
            </p:nvSpPr>
            <p:spPr bwMode="auto">
              <a:xfrm>
                <a:off x="285750" y="4763"/>
                <a:ext cx="369888" cy="1430338"/>
              </a:xfrm>
              <a:custGeom>
                <a:avLst/>
                <a:ah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1048582" name="Freeform 11"/>
              <p:cNvSpPr/>
              <p:nvPr/>
            </p:nvSpPr>
            <p:spPr bwMode="auto">
              <a:xfrm>
                <a:off x="546100" y="0"/>
                <a:ext cx="152400" cy="912813"/>
              </a:xfrm>
              <a:custGeom>
                <a:avLst/>
                <a:ah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583" name="Freeform 12"/>
              <p:cNvSpPr>
                <a:spLocks noEditPoints="1"/>
              </p:cNvSpPr>
              <p:nvPr/>
            </p:nvSpPr>
            <p:spPr bwMode="auto">
              <a:xfrm>
                <a:off x="588962" y="1420813"/>
                <a:ext cx="190500" cy="190500"/>
              </a:xfrm>
              <a:custGeom>
                <a:avLst/>
                <a:ah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1048584" name="Freeform 13"/>
              <p:cNvSpPr>
                <a:spLocks noEditPoints="1"/>
              </p:cNvSpPr>
              <p:nvPr/>
            </p:nvSpPr>
            <p:spPr bwMode="auto">
              <a:xfrm>
                <a:off x="588962"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585" name="Freeform 14"/>
              <p:cNvSpPr/>
              <p:nvPr/>
            </p:nvSpPr>
            <p:spPr bwMode="auto">
              <a:xfrm>
                <a:off x="641350" y="0"/>
                <a:ext cx="422275" cy="527050"/>
              </a:xfrm>
              <a:custGeom>
                <a:avLst/>
                <a:ah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1048586" name="Freeform 15"/>
              <p:cNvSpPr>
                <a:spLocks noEditPoints="1"/>
              </p:cNvSpPr>
              <p:nvPr/>
            </p:nvSpPr>
            <p:spPr bwMode="auto">
              <a:xfrm>
                <a:off x="1020762" y="488950"/>
                <a:ext cx="161925" cy="147638"/>
              </a:xfrm>
              <a:custGeom>
                <a:avLst/>
                <a:ah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587" name="Line 16"/>
              <p:cNvSpPr>
                <a:spLocks noChangeShapeType="1"/>
              </p:cNvSpPr>
              <p:nvPr/>
            </p:nvSpPr>
            <p:spPr bwMode="auto">
              <a:xfrm>
                <a:off x="-4763" y="9525"/>
                <a:ext cx="0" cy="0"/>
              </a:xfrm>
              <a:prstGeom prst="line"/>
              <a:grpFill/>
              <a:ln w="15" cap="flat">
                <a:solidFill>
                  <a:srgbClr val="FFFFFF"/>
                </a:solidFill>
                <a:prstDash val="solid"/>
                <a:miter lim="800000"/>
                <a:headEnd/>
                <a:tailEnd/>
              </a:ln>
            </p:spPr>
          </p:sp>
          <p:sp>
            <p:nvSpPr>
              <p:cNvPr id="1048588" name="Freeform 17"/>
              <p:cNvSpPr/>
              <p:nvPr/>
            </p:nvSpPr>
            <p:spPr bwMode="auto">
              <a:xfrm>
                <a:off x="9525" y="1801813"/>
                <a:ext cx="123825" cy="127000"/>
              </a:xfrm>
              <a:custGeom>
                <a:avLst/>
                <a:ahLst/>
                <a:rect l="0" t="0" r="r" b="b"/>
                <a:pathLst>
                  <a:path w="78" h="80">
                    <a:moveTo>
                      <a:pt x="6" y="80"/>
                    </a:moveTo>
                    <a:lnTo>
                      <a:pt x="0" y="71"/>
                    </a:lnTo>
                    <a:lnTo>
                      <a:pt x="69" y="0"/>
                    </a:lnTo>
                    <a:lnTo>
                      <a:pt x="78" y="9"/>
                    </a:lnTo>
                    <a:lnTo>
                      <a:pt x="6" y="80"/>
                    </a:lnTo>
                    <a:close/>
                  </a:path>
                </a:pathLst>
              </a:custGeom>
              <a:grpFill/>
              <a:ln>
                <a:noFill/>
              </a:ln>
            </p:spPr>
          </p:sp>
          <p:sp>
            <p:nvSpPr>
              <p:cNvPr id="1048589" name="Freeform 18"/>
              <p:cNvSpPr/>
              <p:nvPr/>
            </p:nvSpPr>
            <p:spPr bwMode="auto">
              <a:xfrm>
                <a:off x="-9525" y="3549650"/>
                <a:ext cx="147638" cy="481013"/>
              </a:xfrm>
              <a:custGeom>
                <a:avLst/>
                <a:ah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1048590" name="Freeform 19"/>
              <p:cNvSpPr/>
              <p:nvPr/>
            </p:nvSpPr>
            <p:spPr bwMode="auto">
              <a:xfrm>
                <a:off x="128587" y="1382713"/>
                <a:ext cx="142875" cy="476250"/>
              </a:xfrm>
              <a:custGeom>
                <a:avLst/>
                <a:ah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591" name="Freeform 20"/>
              <p:cNvSpPr>
                <a:spLocks noEditPoints="1"/>
              </p:cNvSpPr>
              <p:nvPr/>
            </p:nvSpPr>
            <p:spPr bwMode="auto">
              <a:xfrm>
                <a:off x="204787" y="1849438"/>
                <a:ext cx="114300" cy="107950"/>
              </a:xfrm>
              <a:custGeom>
                <a:avLst/>
                <a:ah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1048592" name="Rectangle 21"/>
              <p:cNvSpPr>
                <a:spLocks noChangeArrowheads="1"/>
              </p:cNvSpPr>
              <p:nvPr/>
            </p:nvSpPr>
            <p:spPr bwMode="auto">
              <a:xfrm>
                <a:off x="133350" y="4662488"/>
                <a:ext cx="23813" cy="2181225"/>
              </a:xfrm>
              <a:prstGeom prst="rect"/>
              <a:grpFill/>
              <a:ln>
                <a:noFill/>
              </a:ln>
            </p:spPr>
          </p:sp>
          <p:sp>
            <p:nvSpPr>
              <p:cNvPr id="1048593" name="Freeform 22"/>
              <p:cNvSpPr/>
              <p:nvPr/>
            </p:nvSpPr>
            <p:spPr bwMode="auto">
              <a:xfrm>
                <a:off x="223837" y="5041900"/>
                <a:ext cx="369888" cy="1801813"/>
              </a:xfrm>
              <a:custGeom>
                <a:avLst/>
                <a:ah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1048594" name="Freeform 23"/>
              <p:cNvSpPr>
                <a:spLocks noEditPoints="1"/>
              </p:cNvSpPr>
              <p:nvPr/>
            </p:nvSpPr>
            <p:spPr bwMode="auto">
              <a:xfrm>
                <a:off x="52387"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595" name="Freeform 24"/>
              <p:cNvSpPr/>
              <p:nvPr/>
            </p:nvSpPr>
            <p:spPr bwMode="auto">
              <a:xfrm>
                <a:off x="-14288" y="5627688"/>
                <a:ext cx="85725" cy="1216025"/>
              </a:xfrm>
              <a:custGeom>
                <a:avLst/>
                <a:ah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1048596" name="Freeform 25"/>
              <p:cNvSpPr>
                <a:spLocks noEditPoints="1"/>
              </p:cNvSpPr>
              <p:nvPr/>
            </p:nvSpPr>
            <p:spPr bwMode="auto">
              <a:xfrm>
                <a:off x="527050" y="48672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597" name="Freeform 26"/>
              <p:cNvSpPr/>
              <p:nvPr/>
            </p:nvSpPr>
            <p:spPr bwMode="auto">
              <a:xfrm>
                <a:off x="309562" y="5422900"/>
                <a:ext cx="374650" cy="1425575"/>
              </a:xfrm>
              <a:custGeom>
                <a:avLst/>
                <a:ah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1048598" name="Freeform 27"/>
              <p:cNvSpPr/>
              <p:nvPr/>
            </p:nvSpPr>
            <p:spPr bwMode="auto">
              <a:xfrm>
                <a:off x="569912" y="5945188"/>
                <a:ext cx="152400" cy="912813"/>
              </a:xfrm>
              <a:custGeom>
                <a:avLst/>
                <a:ah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599" name="Freeform 28"/>
              <p:cNvSpPr>
                <a:spLocks noEditPoints="1"/>
              </p:cNvSpPr>
              <p:nvPr/>
            </p:nvSpPr>
            <p:spPr bwMode="auto">
              <a:xfrm>
                <a:off x="612775" y="52466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00" name="Freeform 29"/>
              <p:cNvSpPr>
                <a:spLocks noEditPoints="1"/>
              </p:cNvSpPr>
              <p:nvPr/>
            </p:nvSpPr>
            <p:spPr bwMode="auto">
              <a:xfrm>
                <a:off x="612775" y="57642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01" name="Freeform 30"/>
              <p:cNvSpPr/>
              <p:nvPr/>
            </p:nvSpPr>
            <p:spPr bwMode="auto">
              <a:xfrm>
                <a:off x="669925" y="6330950"/>
                <a:ext cx="417513" cy="517525"/>
              </a:xfrm>
              <a:custGeom>
                <a:avLst/>
                <a:ah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1048602" name="Freeform 31"/>
              <p:cNvSpPr>
                <a:spLocks noEditPoints="1"/>
              </p:cNvSpPr>
              <p:nvPr/>
            </p:nvSpPr>
            <p:spPr bwMode="auto">
              <a:xfrm>
                <a:off x="1049337" y="6221413"/>
                <a:ext cx="157163" cy="147638"/>
              </a:xfrm>
              <a:custGeom>
                <a:avLst/>
                <a:ah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9" name="Group 9"/>
            <p:cNvGrpSpPr/>
            <p:nvPr/>
          </p:nvGrpSpPr>
          <p:grpSpPr>
            <a:xfrm>
              <a:off x="11364912" y="0"/>
              <a:ext cx="674688" cy="6848476"/>
              <a:chOff x="11364912" y="0"/>
              <a:chExt cx="674688" cy="6848476"/>
            </a:xfrm>
            <a:grpFill/>
          </p:grpSpPr>
          <p:sp>
            <p:nvSpPr>
              <p:cNvPr id="1048603" name="Freeform 32"/>
              <p:cNvSpPr/>
              <p:nvPr/>
            </p:nvSpPr>
            <p:spPr bwMode="auto">
              <a:xfrm>
                <a:off x="11483975" y="0"/>
                <a:ext cx="417513" cy="512763"/>
              </a:xfrm>
              <a:custGeom>
                <a:avLst/>
                <a:ah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048604" name="Freeform 33"/>
              <p:cNvSpPr>
                <a:spLocks noEditPoints="1"/>
              </p:cNvSpPr>
              <p:nvPr/>
            </p:nvSpPr>
            <p:spPr bwMode="auto">
              <a:xfrm>
                <a:off x="11364912" y="474663"/>
                <a:ext cx="157163" cy="152400"/>
              </a:xfrm>
              <a:custGeom>
                <a:avLst/>
                <a:ah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048605" name="Freeform 34"/>
              <p:cNvSpPr>
                <a:spLocks noEditPoints="1"/>
              </p:cNvSpPr>
              <p:nvPr/>
            </p:nvSpPr>
            <p:spPr bwMode="auto">
              <a:xfrm>
                <a:off x="11631612" y="1539875"/>
                <a:ext cx="188913"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06" name="Freeform 35"/>
              <p:cNvSpPr/>
              <p:nvPr/>
            </p:nvSpPr>
            <p:spPr bwMode="auto">
              <a:xfrm>
                <a:off x="11531600" y="5694363"/>
                <a:ext cx="298450" cy="1154113"/>
              </a:xfrm>
              <a:custGeom>
                <a:avLst/>
                <a:ah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07" name="Freeform 36"/>
              <p:cNvSpPr>
                <a:spLocks noEditPoints="1"/>
              </p:cNvSpPr>
              <p:nvPr/>
            </p:nvSpPr>
            <p:spPr bwMode="auto">
              <a:xfrm>
                <a:off x="11772900" y="5551488"/>
                <a:ext cx="157163" cy="155575"/>
              </a:xfrm>
              <a:custGeom>
                <a:avLst/>
                <a:ah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08" name="Freeform 37"/>
              <p:cNvSpPr/>
              <p:nvPr/>
            </p:nvSpPr>
            <p:spPr bwMode="auto">
              <a:xfrm>
                <a:off x="11710987" y="4763"/>
                <a:ext cx="304800" cy="1544638"/>
              </a:xfrm>
              <a:custGeom>
                <a:avLst/>
                <a:ah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048609" name="Freeform 38"/>
              <p:cNvSpPr>
                <a:spLocks noEditPoints="1"/>
              </p:cNvSpPr>
              <p:nvPr/>
            </p:nvSpPr>
            <p:spPr bwMode="auto">
              <a:xfrm>
                <a:off x="11636375" y="4867275"/>
                <a:ext cx="188913"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10" name="Freeform 39"/>
              <p:cNvSpPr/>
              <p:nvPr/>
            </p:nvSpPr>
            <p:spPr bwMode="auto">
              <a:xfrm>
                <a:off x="11441112" y="5046663"/>
                <a:ext cx="307975" cy="1801813"/>
              </a:xfrm>
              <a:custGeom>
                <a:avLst/>
                <a:ah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11" name="Freeform 40"/>
              <p:cNvSpPr>
                <a:spLocks noEditPoints="1"/>
              </p:cNvSpPr>
              <p:nvPr/>
            </p:nvSpPr>
            <p:spPr bwMode="auto">
              <a:xfrm>
                <a:off x="11849100" y="64166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12" name="Rectangle 41"/>
              <p:cNvSpPr>
                <a:spLocks noChangeArrowheads="1"/>
              </p:cNvSpPr>
              <p:nvPr/>
            </p:nvSpPr>
            <p:spPr bwMode="auto">
              <a:xfrm>
                <a:off x="11939587" y="6596063"/>
                <a:ext cx="23813" cy="252413"/>
              </a:xfrm>
              <a:prstGeom prst="rect"/>
              <a:grpFill/>
              <a:ln>
                <a:noFill/>
              </a:ln>
            </p:spPr>
          </p:sp>
        </p:grpSp>
      </p:grpSp>
      <p:sp>
        <p:nvSpPr>
          <p:cNvPr id="1048613" name="Title Placeholder 1"/>
          <p:cNvSpPr>
            <a:spLocks noGrp="1"/>
          </p:cNvSpPr>
          <p:nvPr>
            <p:ph type="title"/>
          </p:nvPr>
        </p:nvSpPr>
        <p:spPr>
          <a:xfrm>
            <a:off x="1141413" y="618518"/>
            <a:ext cx="9905998" cy="1478570"/>
          </a:xfrm>
          <a:prstGeom prst="rect"/>
        </p:spPr>
        <p:txBody>
          <a:bodyPr anchor="ctr" bIns="45720" lIns="91440" rIns="91440" rtlCol="0" tIns="45720" vert="horz">
            <a:normAutofit/>
          </a:bodyPr>
          <a:p>
            <a:endParaRPr dirty="0" lang="en-US"/>
          </a:p>
        </p:txBody>
      </p:sp>
      <p:sp>
        <p:nvSpPr>
          <p:cNvPr id="1048614" name="Text Placeholder 2"/>
          <p:cNvSpPr>
            <a:spLocks noGrp="1"/>
          </p:cNvSpPr>
          <p:nvPr>
            <p:ph type="body" idx="1"/>
          </p:nvPr>
        </p:nvSpPr>
        <p:spPr>
          <a:xfrm>
            <a:off x="1141412" y="2249487"/>
            <a:ext cx="9905999" cy="3541714"/>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15" name="Date Placeholder 3"/>
          <p:cNvSpPr>
            <a:spLocks noGrp="1"/>
          </p:cNvSpPr>
          <p:nvPr>
            <p:ph type="dt" sz="half" idx="2"/>
          </p:nvPr>
        </p:nvSpPr>
        <p:spPr>
          <a:xfrm>
            <a:off x="7456921" y="5883276"/>
            <a:ext cx="2743200" cy="365125"/>
          </a:xfrm>
          <a:prstGeom prst="rect"/>
        </p:spPr>
        <p:txBody>
          <a:bodyPr anchor="ctr" bIns="45720" lIns="91440" rIns="91440" rtlCol="0" tIns="45720" vert="horz"/>
          <a:lstStyle>
            <a:lvl1pPr algn="r">
              <a:defRPr sz="1050">
                <a:solidFill>
                  <a:schemeClr val="tx1">
                    <a:tint val="75000"/>
                  </a:schemeClr>
                </a:solidFill>
              </a:defRPr>
            </a:lvl1pPr>
          </a:lstStyle>
          <a:p>
            <a:fld id="{48A87A34-81AB-432B-8DAE-1953F412C126}" type="datetimeFigureOut">
              <a:rPr dirty="0" lang="en-US"/>
              <a:t>3/31/2026</a:t>
            </a:fld>
            <a:endParaRPr dirty="0" lang="en-US"/>
          </a:p>
        </p:txBody>
      </p:sp>
      <p:sp>
        <p:nvSpPr>
          <p:cNvPr id="1048616" name="Footer Placeholder 4"/>
          <p:cNvSpPr>
            <a:spLocks noGrp="1"/>
          </p:cNvSpPr>
          <p:nvPr>
            <p:ph type="ftr" sz="quarter" idx="3"/>
          </p:nvPr>
        </p:nvSpPr>
        <p:spPr>
          <a:xfrm>
            <a:off x="1141411" y="5883275"/>
            <a:ext cx="6239309" cy="365125"/>
          </a:xfrm>
          <a:prstGeom prst="rect"/>
        </p:spPr>
        <p:txBody>
          <a:bodyPr anchor="ctr" bIns="45720" lIns="91440" rIns="91440" rtlCol="0" tIns="45720" vert="horz"/>
          <a:lstStyle>
            <a:lvl1pPr algn="l">
              <a:defRPr baseline="0" cap="all" sz="1050">
                <a:solidFill>
                  <a:schemeClr val="tx1">
                    <a:tint val="75000"/>
                  </a:schemeClr>
                </a:solidFill>
              </a:defRPr>
            </a:lvl1pPr>
          </a:lstStyle>
          <a:p>
            <a:endParaRPr dirty="0" lang="en-US"/>
          </a:p>
        </p:txBody>
      </p:sp>
      <p:sp>
        <p:nvSpPr>
          <p:cNvPr id="1048617" name="Slide Number Placeholder 5"/>
          <p:cNvSpPr>
            <a:spLocks noGrp="1"/>
          </p:cNvSpPr>
          <p:nvPr>
            <p:ph type="sldNum" sz="quarter" idx="4"/>
          </p:nvPr>
        </p:nvSpPr>
        <p:spPr>
          <a:xfrm>
            <a:off x="10276321" y="5883274"/>
            <a:ext cx="771089" cy="365125"/>
          </a:xfrm>
          <a:prstGeom prst="rect"/>
        </p:spPr>
        <p:txBody>
          <a:bodyPr anchor="ctr" bIns="45720" lIns="91440" rIns="91440" rtlCol="0" tIns="45720" vert="horz"/>
          <a:lstStyle>
            <a:lvl1pPr algn="r">
              <a:defRPr sz="1050">
                <a:solidFill>
                  <a:schemeClr val="tx1">
                    <a:tint val="75000"/>
                  </a:schemeClr>
                </a:solidFill>
              </a:defRPr>
            </a:lvl1pPr>
          </a:lstStyle>
          <a:p>
            <a:fld id="{6D22F896-40B5-4ADD-8801-0D06FADFA095}" type="slidenum">
              <a:rPr dirty="0" lang="en-US"/>
              <a:t>‹#›</a:t>
            </a:fld>
            <a:endParaRPr dirty="0" lang="en-US"/>
          </a:p>
        </p:txBody>
      </p:sp>
    </p:spTree>
  </p:cSld>
  <p:clrMap accent1="accent1" accent2="accent2" accent3="accent3" accent4="accent4" accent5="accent5" accent6="accent6" bg1="dk1" bg2="dk2" tx1="lt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eaLnBrk="1" hangingPunct="1" latinLnBrk="0" rtl="0">
        <a:lnSpc>
          <a:spcPct val="90000"/>
        </a:lnSpc>
        <a:spcBef>
          <a:spcPct val="0"/>
        </a:spcBef>
        <a:buNone/>
        <a:defRPr baseline="0" cap="all" sz="3600" kern="1200">
          <a:solidFill>
            <a:schemeClr val="tx1"/>
          </a:solidFill>
          <a:latin typeface="+mj-lt"/>
          <a:ea typeface="+mj-ea"/>
          <a:cs typeface="+mj-cs"/>
        </a:defRPr>
      </a:lvl1pPr>
    </p:titleStyle>
    <p:bodyStyle>
      <a:lvl1pPr algn="l" defTabSz="914400" eaLnBrk="1" hangingPunct="1" indent="-228600" latinLnBrk="0" marL="228600" rtl="0">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77" name="Title 1"/>
          <p:cNvSpPr>
            <a:spLocks noGrp="1"/>
          </p:cNvSpPr>
          <p:nvPr>
            <p:ph type="ctrTitle"/>
          </p:nvPr>
        </p:nvSpPr>
        <p:spPr/>
        <p:txBody>
          <a:bodyPr/>
          <a:p>
            <a:r>
              <a:rPr dirty="0" lang="en-US"/>
              <a:t>Crop rotation schedular</a:t>
            </a:r>
            <a:endParaRPr dirty="0" lang="en-IN"/>
          </a:p>
        </p:txBody>
      </p:sp>
      <p:sp>
        <p:nvSpPr>
          <p:cNvPr id="1048678" name="Subtitle 2"/>
          <p:cNvSpPr>
            <a:spLocks noGrp="1"/>
          </p:cNvSpPr>
          <p:nvPr>
            <p:ph type="subTitle" idx="1"/>
          </p:nvPr>
        </p:nvSpPr>
        <p:spPr/>
        <p:txBody>
          <a:bodyPr>
            <a:normAutofit/>
          </a:bodyPr>
          <a:p>
            <a:r>
              <a:rPr dirty="0" lang="en-US"/>
              <a:t>H</a:t>
            </a:r>
            <a:r>
              <a:rPr dirty="0" lang="en-US"/>
              <a:t>a</a:t>
            </a:r>
            <a:r>
              <a:rPr dirty="0" lang="en-US"/>
              <a:t>r</a:t>
            </a:r>
            <a:r>
              <a:rPr dirty="0" lang="en-US"/>
              <a:t>shitha</a:t>
            </a:r>
            <a:r>
              <a:rPr dirty="0" lang="en-US"/>
              <a:t> </a:t>
            </a:r>
            <a:r>
              <a:rPr dirty="0" lang="en-US"/>
              <a:t>r</a:t>
            </a:r>
            <a:r>
              <a:rPr dirty="0" lang="en-US"/>
              <a:t>o</a:t>
            </a:r>
            <a:r>
              <a:rPr dirty="0" lang="en-US"/>
              <a:t>l</a:t>
            </a:r>
            <a:r>
              <a:rPr dirty="0" lang="en-US"/>
              <a:t>l</a:t>
            </a:r>
            <a:r>
              <a:rPr dirty="0" lang="en-US"/>
              <a:t>no </a:t>
            </a:r>
            <a:r>
              <a:rPr dirty="0" lang="en-US"/>
              <a:t>25A31A05BM </a:t>
            </a:r>
            <a:endParaRPr dirty="0" lang="en-IN"/>
          </a:p>
          <a:p>
            <a:r>
              <a:rPr dirty="0" lang="en-US"/>
              <a:t>A</a:t>
            </a:r>
            <a:r>
              <a:rPr dirty="0" lang="en-US"/>
              <a:t>m</a:t>
            </a:r>
            <a:r>
              <a:rPr dirty="0" lang="en-US"/>
              <a:t>r</a:t>
            </a:r>
            <a:r>
              <a:rPr dirty="0" lang="en-US"/>
              <a:t>utha </a:t>
            </a:r>
            <a:r>
              <a:rPr dirty="0" lang="en-US"/>
              <a:t>rollno </a:t>
            </a:r>
            <a:r>
              <a:rPr dirty="0" lang="en-US"/>
              <a:t>25A31A05CG </a:t>
            </a:r>
            <a:endParaRPr dirty="0" lang="en-IN"/>
          </a:p>
          <a:p>
            <a:r>
              <a:rPr dirty="0" lang="en-US"/>
              <a:t>T</a:t>
            </a:r>
            <a:r>
              <a:rPr dirty="0" lang="en-US"/>
              <a:t>e</a:t>
            </a:r>
            <a:r>
              <a:rPr dirty="0" lang="en-US"/>
              <a:t>j</a:t>
            </a:r>
            <a:r>
              <a:rPr dirty="0" lang="en-US"/>
              <a:t>a</a:t>
            </a:r>
            <a:r>
              <a:rPr dirty="0" lang="en-US"/>
              <a:t>s</a:t>
            </a:r>
            <a:r>
              <a:rPr dirty="0" lang="en-US"/>
              <a:t>wi</a:t>
            </a:r>
            <a:r>
              <a:rPr dirty="0" lang="en-US"/>
              <a:t> </a:t>
            </a:r>
            <a:r>
              <a:rPr dirty="0" lang="en-US"/>
              <a:t>r</a:t>
            </a:r>
            <a:r>
              <a:rPr dirty="0" lang="en-US"/>
              <a:t>o</a:t>
            </a:r>
            <a:r>
              <a:rPr dirty="0" lang="en-US"/>
              <a:t>l</a:t>
            </a:r>
            <a:r>
              <a:rPr dirty="0" lang="en-US"/>
              <a:t>l</a:t>
            </a:r>
            <a:r>
              <a:rPr dirty="0" lang="en-US"/>
              <a:t>n</a:t>
            </a:r>
            <a:r>
              <a:rPr dirty="0" lang="en-US"/>
              <a:t>o </a:t>
            </a:r>
            <a:r>
              <a:rPr dirty="0" lang="en-US"/>
              <a:t>25A31A05</a:t>
            </a:r>
            <a:r>
              <a:rPr dirty="0" lang="en-US"/>
              <a:t>c</a:t>
            </a:r>
            <a:r>
              <a:rPr dirty="0" lang="en-US"/>
              <a:t>m</a:t>
            </a:r>
            <a:endParaRPr dirty="0" lang="en-IN"/>
          </a:p>
          <a:p>
            <a:r>
              <a:rPr dirty="0" lang="en-US"/>
              <a:t>R</a:t>
            </a:r>
            <a:r>
              <a:rPr dirty="0" lang="en-US"/>
              <a:t>a</a:t>
            </a:r>
            <a:r>
              <a:rPr dirty="0" lang="en-US"/>
              <a:t>j</a:t>
            </a:r>
            <a:r>
              <a:rPr dirty="0" lang="en-US"/>
              <a:t>a</a:t>
            </a:r>
            <a:r>
              <a:rPr dirty="0" lang="en-US"/>
              <a:t> </a:t>
            </a:r>
            <a:r>
              <a:rPr dirty="0" lang="en-US"/>
              <a:t>r</a:t>
            </a:r>
            <a:r>
              <a:rPr dirty="0" lang="en-US"/>
              <a:t>o</a:t>
            </a:r>
            <a:r>
              <a:rPr dirty="0" lang="en-US"/>
              <a:t>l</a:t>
            </a:r>
            <a:r>
              <a:rPr dirty="0" lang="en-US"/>
              <a:t>l</a:t>
            </a:r>
            <a:r>
              <a:rPr dirty="0" lang="en-US"/>
              <a:t>no </a:t>
            </a:r>
            <a:r>
              <a:rPr dirty="0" lang="en-US"/>
              <a:t>25A31A05BM </a:t>
            </a:r>
            <a:endParaRPr dirty="0" lang="en-IN"/>
          </a:p>
          <a:p>
            <a:r>
              <a:rPr dirty="0" lang="en-US"/>
              <a:t>Under </a:t>
            </a:r>
            <a:r>
              <a:rPr dirty="0" lang="en-US"/>
              <a:t>t</a:t>
            </a:r>
            <a:r>
              <a:rPr dirty="0" lang="en-US"/>
              <a:t>h</a:t>
            </a:r>
            <a:r>
              <a:rPr dirty="0" lang="en-US"/>
              <a:t>e</a:t>
            </a:r>
            <a:r>
              <a:rPr dirty="0" lang="en-US"/>
              <a:t> </a:t>
            </a:r>
            <a:r>
              <a:rPr dirty="0" lang="en-US"/>
              <a:t>g</a:t>
            </a:r>
            <a:r>
              <a:rPr dirty="0" lang="en-US"/>
              <a:t>u</a:t>
            </a:r>
            <a:r>
              <a:rPr dirty="0" lang="en-US"/>
              <a:t>i</a:t>
            </a:r>
            <a:r>
              <a:rPr dirty="0" lang="en-US"/>
              <a:t>d</a:t>
            </a:r>
            <a:r>
              <a:rPr dirty="0" lang="en-US"/>
              <a:t>ance </a:t>
            </a:r>
            <a:r>
              <a:rPr dirty="0" lang="en-US"/>
              <a:t>o</a:t>
            </a:r>
            <a:r>
              <a:rPr dirty="0" lang="en-US"/>
              <a:t>f</a:t>
            </a:r>
            <a:r>
              <a:rPr dirty="0" lang="en-US"/>
              <a:t> </a:t>
            </a:r>
            <a:r>
              <a:rPr dirty="0" lang="en-US"/>
              <a:t>m</a:t>
            </a:r>
            <a:r>
              <a:rPr dirty="0" lang="en-US"/>
              <a:t>a</a:t>
            </a:r>
            <a:r>
              <a:rPr dirty="0" lang="en-US"/>
              <a:t>n</a:t>
            </a:r>
            <a:r>
              <a:rPr dirty="0" lang="en-US"/>
              <a:t>a</a:t>
            </a:r>
            <a:r>
              <a:rPr dirty="0" lang="en-US"/>
              <a:t>s</a:t>
            </a:r>
            <a:r>
              <a:rPr dirty="0" lang="en-US"/>
              <a:t> </a:t>
            </a:r>
            <a:r>
              <a:rPr dirty="0" lang="en-US"/>
              <a:t>s</a:t>
            </a:r>
            <a:r>
              <a:rPr dirty="0" lang="en-US"/>
              <a:t>i</a:t>
            </a:r>
            <a:r>
              <a:rPr dirty="0" lang="en-US"/>
              <a:t>r</a:t>
            </a:r>
            <a:r>
              <a:rPr dirty="0" lang="en-US"/>
              <a:t> </a:t>
            </a:r>
            <a:endParaRPr dirty="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85" name="Title 1"/>
          <p:cNvSpPr>
            <a:spLocks noGrp="1"/>
          </p:cNvSpPr>
          <p:nvPr>
            <p:ph type="title"/>
          </p:nvPr>
        </p:nvSpPr>
        <p:spPr/>
        <p:txBody>
          <a:bodyPr/>
          <a:p>
            <a:r>
              <a:rPr dirty="0" lang="en-US"/>
              <a:t> Definition</a:t>
            </a:r>
            <a:endParaRPr dirty="0" lang="en-IN"/>
          </a:p>
        </p:txBody>
      </p:sp>
      <p:sp>
        <p:nvSpPr>
          <p:cNvPr id="1048686" name="Text Placeholder 3"/>
          <p:cNvSpPr>
            <a:spLocks noGrp="1"/>
          </p:cNvSpPr>
          <p:nvPr>
            <p:ph type="body" sz="half" idx="2"/>
          </p:nvPr>
        </p:nvSpPr>
        <p:spPr/>
        <p:txBody>
          <a:bodyPr/>
          <a:p>
            <a:r>
              <a:rPr dirty="0" lang="en-US"/>
              <a:t> </a:t>
            </a:r>
            <a:r>
              <a:rPr b="1" dirty="0" lang="en-US"/>
              <a:t>Crop rotation is the practice of growing different crops in a planned sequence on the same land. A scheduler helps in planning which crop to grow and when.</a:t>
            </a:r>
            <a:endParaRPr b="1" dirty="0" lang="en-IN"/>
          </a:p>
        </p:txBody>
      </p:sp>
      <p:pic>
        <p:nvPicPr>
          <p:cNvPr id="2097154" name="Picture 8"/>
          <p:cNvPicPr>
            <a:picLocks noChangeAspect="1"/>
          </p:cNvPicPr>
          <p:nvPr/>
        </p:nvPicPr>
        <p:blipFill>
          <a:blip xmlns:r="http://schemas.openxmlformats.org/officeDocument/2006/relationships" r:embed="rId1"/>
          <a:stretch>
            <a:fillRect/>
          </a:stretch>
        </p:blipFill>
        <p:spPr>
          <a:xfrm>
            <a:off x="7521677" y="540774"/>
            <a:ext cx="3667433" cy="5112774"/>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87" name="Title 1"/>
          <p:cNvSpPr>
            <a:spLocks noGrp="1"/>
          </p:cNvSpPr>
          <p:nvPr>
            <p:ph type="title"/>
          </p:nvPr>
        </p:nvSpPr>
        <p:spPr/>
        <p:txBody>
          <a:bodyPr/>
          <a:p>
            <a:r>
              <a:rPr dirty="0" lang="en-IN"/>
              <a:t>Need for Crop Rotation</a:t>
            </a:r>
          </a:p>
        </p:txBody>
      </p:sp>
      <p:pic>
        <p:nvPicPr>
          <p:cNvPr id="2097155" name="Picture Placeholder 11"/>
          <p:cNvPicPr>
            <a:picLocks noChangeAspect="1" noGrp="1"/>
          </p:cNvPicPr>
          <p:nvPr>
            <p:ph type="pic" idx="1"/>
          </p:nvPr>
        </p:nvPicPr>
        <p:blipFill>
          <a:blip xmlns:r="http://schemas.openxmlformats.org/officeDocument/2006/relationships" r:embed="rId1"/>
          <a:srcRect l="14614" r="14614"/>
          <a:stretch>
            <a:fillRect/>
          </a:stretch>
        </p:blipFill>
        <p:spPr>
          <a:prstGeom prst="round2DiagRect">
            <a:avLst>
              <a:gd name="adj1" fmla="val 5608"/>
              <a:gd name="adj2" fmla="val 0"/>
            </a:avLst>
          </a:prstGeom>
          <a:ln w="19050" cap="sq">
            <a:solidFill>
              <a:srgbClr val="7C96A3">
                <a:lumMod val="60000"/>
                <a:lumOff val="40000"/>
                <a:alpha val="60000"/>
              </a:srgbClr>
            </a:solidFill>
            <a:miter lim="800000"/>
          </a:ln>
          <a:effectLst>
            <a:outerShdw algn="t" blurRad="88900" dir="5400000" dist="38100" rotWithShape="0">
              <a:prstClr val="black">
                <a:alpha val="40000"/>
              </a:prstClr>
            </a:outerShdw>
          </a:effectLst>
        </p:spPr>
      </p:pic>
      <p:sp>
        <p:nvSpPr>
          <p:cNvPr id="1048688" name="Text Placeholder 3"/>
          <p:cNvSpPr>
            <a:spLocks noGrp="1"/>
          </p:cNvSpPr>
          <p:nvPr>
            <p:ph type="body" sz="half" idx="2"/>
          </p:nvPr>
        </p:nvSpPr>
        <p:spPr/>
        <p:txBody>
          <a:bodyPr/>
          <a:p>
            <a:r>
              <a:rPr dirty="0" lang="en-US"/>
              <a:t>Crop rotation is important because it helps maintain soil fertility, prevents nutrient depletion, and improves soil structure. It controls pests, diseases, and weeds by breaking their life cycles. It also increases crop yield, ensures better use of resources, and supports environmentally sustainable farming.</a:t>
            </a:r>
            <a:endParaRPr dirty="0"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89" name="Title 1"/>
          <p:cNvSpPr>
            <a:spLocks noGrp="1"/>
          </p:cNvSpPr>
          <p:nvPr>
            <p:ph type="title"/>
          </p:nvPr>
        </p:nvSpPr>
        <p:spPr/>
        <p:txBody>
          <a:bodyPr/>
          <a:p>
            <a:r>
              <a:rPr dirty="0" lang="en-IN"/>
              <a:t>Principles of Crop Rotation</a:t>
            </a:r>
          </a:p>
        </p:txBody>
      </p:sp>
      <p:pic>
        <p:nvPicPr>
          <p:cNvPr id="2097156" name="Picture Placeholder 5"/>
          <p:cNvPicPr>
            <a:picLocks noChangeAspect="1" noGrp="1"/>
          </p:cNvPicPr>
          <p:nvPr>
            <p:ph type="pic" idx="1"/>
          </p:nvPr>
        </p:nvPicPr>
        <p:blipFill>
          <a:blip xmlns:r="http://schemas.openxmlformats.org/officeDocument/2006/relationships" r:embed="rId1"/>
          <a:srcRect l="14618" r="14618"/>
          <a:stretch>
            <a:fillRect/>
          </a:stretch>
        </p:blipFill>
        <p:spPr>
          <a:xfrm>
            <a:off x="7688825" y="609600"/>
            <a:ext cx="3657601" cy="5181599"/>
          </a:xfrm>
          <a:prstGeom prst="round2DiagRect">
            <a:avLst>
              <a:gd name="adj1" fmla="val 5608"/>
              <a:gd name="adj2" fmla="val 0"/>
            </a:avLst>
          </a:prstGeom>
          <a:ln w="19050" cap="sq">
            <a:solidFill>
              <a:srgbClr val="7C96A3">
                <a:lumMod val="60000"/>
                <a:lumOff val="40000"/>
                <a:alpha val="60000"/>
              </a:srgbClr>
            </a:solidFill>
            <a:miter lim="800000"/>
          </a:ln>
          <a:effectLst>
            <a:outerShdw algn="t" blurRad="88900" dir="5400000" dist="38100" rotWithShape="0">
              <a:prstClr val="black">
                <a:alpha val="40000"/>
              </a:prstClr>
            </a:outerShdw>
          </a:effectLst>
        </p:spPr>
      </p:pic>
      <p:sp>
        <p:nvSpPr>
          <p:cNvPr id="1048690" name="Text Placeholder 3"/>
          <p:cNvSpPr>
            <a:spLocks noGrp="1"/>
          </p:cNvSpPr>
          <p:nvPr>
            <p:ph type="body" sz="half" idx="2"/>
          </p:nvPr>
        </p:nvSpPr>
        <p:spPr/>
        <p:txBody>
          <a:bodyPr/>
          <a:p>
            <a:pPr indent="-285750" marL="285750">
              <a:buFont typeface="Arial" panose="020B0604020202020204" pitchFamily="34" charset="0"/>
              <a:buChar char="•"/>
            </a:pPr>
            <a:r>
              <a:rPr dirty="0" lang="en-US"/>
              <a:t>Grow different crops in a sequence instead of the same crop repeatedly.</a:t>
            </a:r>
          </a:p>
          <a:p>
            <a:pPr indent="-285750" marL="285750">
              <a:buFont typeface="Arial" panose="020B0604020202020204" pitchFamily="34" charset="0"/>
              <a:buChar char="•"/>
            </a:pPr>
            <a:r>
              <a:rPr dirty="0" lang="en-US"/>
              <a:t>Alternate deep-rooted and shallow-rooted crops.</a:t>
            </a:r>
          </a:p>
          <a:p>
            <a:pPr indent="-285750" marL="285750">
              <a:buFont typeface="Arial" panose="020B0604020202020204" pitchFamily="34" charset="0"/>
              <a:buChar char="•"/>
            </a:pPr>
            <a:r>
              <a:rPr dirty="0" lang="en-US"/>
              <a:t>Include leguminous crops to improve soil fertility (nitrogen fixation).</a:t>
            </a:r>
          </a:p>
          <a:p>
            <a:pPr indent="-285750" marL="285750">
              <a:buFont typeface="Arial" panose="020B0604020202020204" pitchFamily="34" charset="0"/>
              <a:buChar char="•"/>
            </a:pPr>
            <a:r>
              <a:rPr dirty="0" lang="en-US"/>
              <a:t>Rotate crops with different nutrient </a:t>
            </a:r>
            <a:r>
              <a:rPr dirty="0" lang="en-US" err="1"/>
              <a:t>requirements.Avoid</a:t>
            </a:r>
            <a:r>
              <a:rPr dirty="0" lang="en-US"/>
              <a:t> growing crops of the same family consecutively.</a:t>
            </a:r>
          </a:p>
          <a:p>
            <a:pPr indent="-285750" marL="285750">
              <a:buFont typeface="Arial" panose="020B0604020202020204" pitchFamily="34" charset="0"/>
              <a:buChar char="•"/>
            </a:pPr>
            <a:r>
              <a:rPr dirty="0" lang="en-US"/>
              <a:t>Follow crops that help control pests, diseases, and weeds.</a:t>
            </a:r>
          </a:p>
          <a:p>
            <a:pPr indent="-285750" marL="285750">
              <a:buFont typeface="Arial" panose="020B0604020202020204" pitchFamily="34" charset="0"/>
              <a:buChar char="•"/>
            </a:pPr>
            <a:r>
              <a:rPr dirty="0" lang="en-US"/>
              <a:t>Maintain a proper balance between soil-improving and soil-exhausting crops.</a:t>
            </a:r>
            <a:endParaRPr dirty="0"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91" name="Title 1"/>
          <p:cNvSpPr>
            <a:spLocks noGrp="1"/>
          </p:cNvSpPr>
          <p:nvPr>
            <p:ph type="title"/>
          </p:nvPr>
        </p:nvSpPr>
        <p:spPr>
          <a:xfrm>
            <a:off x="1141413" y="68826"/>
            <a:ext cx="5934508" cy="2497393"/>
          </a:xfrm>
        </p:spPr>
        <p:txBody>
          <a:bodyPr/>
          <a:p>
            <a:r>
              <a:rPr dirty="0" lang="en-US"/>
              <a:t> Advantages of Crop Rotation Scheduler</a:t>
            </a:r>
            <a:endParaRPr dirty="0" lang="en-IN"/>
          </a:p>
        </p:txBody>
      </p:sp>
      <p:pic>
        <p:nvPicPr>
          <p:cNvPr id="2097157" name="Picture Placeholder 5"/>
          <p:cNvPicPr>
            <a:picLocks noChangeAspect="1" noGrp="1"/>
          </p:cNvPicPr>
          <p:nvPr>
            <p:ph type="pic" idx="1"/>
          </p:nvPr>
        </p:nvPicPr>
        <p:blipFill>
          <a:blip xmlns:r="http://schemas.openxmlformats.org/officeDocument/2006/relationships" r:embed="rId1"/>
          <a:srcRect l="29078" r="29078"/>
          <a:stretch>
            <a:fillRect/>
          </a:stretch>
        </p:blipFill>
        <p:spPr>
          <a:xfrm>
            <a:off x="7075921" y="658761"/>
            <a:ext cx="4162350" cy="5181599"/>
          </a:xfrm>
          <a:prstGeom prst="round2DiagRect">
            <a:avLst>
              <a:gd name="adj1" fmla="val 5608"/>
              <a:gd name="adj2" fmla="val 0"/>
            </a:avLst>
          </a:prstGeom>
          <a:ln w="19050" cap="sq">
            <a:solidFill>
              <a:srgbClr val="7C96A3">
                <a:lumMod val="60000"/>
                <a:lumOff val="40000"/>
                <a:alpha val="60000"/>
              </a:srgbClr>
            </a:solidFill>
            <a:miter lim="800000"/>
          </a:ln>
          <a:effectLst>
            <a:outerShdw algn="t" blurRad="88900" dir="5400000" dist="38100" rotWithShape="0">
              <a:prstClr val="black">
                <a:alpha val="40000"/>
              </a:prstClr>
            </a:outerShdw>
          </a:effectLst>
        </p:spPr>
      </p:pic>
      <p:sp>
        <p:nvSpPr>
          <p:cNvPr id="1048692" name="Text Placeholder 3"/>
          <p:cNvSpPr>
            <a:spLocks noGrp="1"/>
          </p:cNvSpPr>
          <p:nvPr>
            <p:ph type="body" sz="half" idx="2"/>
          </p:nvPr>
        </p:nvSpPr>
        <p:spPr>
          <a:xfrm>
            <a:off x="1141410" y="2880851"/>
            <a:ext cx="5934511" cy="3549445"/>
          </a:xfrm>
        </p:spPr>
        <p:txBody>
          <a:bodyPr>
            <a:normAutofit/>
          </a:bodyPr>
          <a:p>
            <a:pPr indent="-285750" marL="285750">
              <a:buFont typeface="Arial" panose="020B0604020202020204" pitchFamily="34" charset="0"/>
              <a:buChar char="•"/>
            </a:pPr>
            <a:r>
              <a:rPr dirty="0" lang="en-US"/>
              <a:t>Advantages of Crop Rotation Scheduler (Key Points)</a:t>
            </a:r>
          </a:p>
          <a:p>
            <a:r>
              <a:rPr dirty="0" lang="en-US"/>
              <a:t>Improves soil fertility and maintains nutrient balance</a:t>
            </a:r>
          </a:p>
          <a:p>
            <a:pPr indent="-285750" marL="285750">
              <a:buFont typeface="Arial" panose="020B0604020202020204" pitchFamily="34" charset="0"/>
              <a:buChar char="•"/>
            </a:pPr>
            <a:r>
              <a:rPr dirty="0" lang="en-US"/>
              <a:t>Increases crop yield and productivity</a:t>
            </a:r>
          </a:p>
          <a:p>
            <a:pPr indent="-285750" marL="285750">
              <a:buFont typeface="Arial" panose="020B0604020202020204" pitchFamily="34" charset="0"/>
              <a:buChar char="•"/>
            </a:pPr>
            <a:r>
              <a:rPr dirty="0" lang="en-US"/>
              <a:t>Reduces pests and diseases naturally</a:t>
            </a:r>
          </a:p>
          <a:p>
            <a:pPr indent="-285750" marL="285750">
              <a:buFont typeface="Arial" panose="020B0604020202020204" pitchFamily="34" charset="0"/>
              <a:buChar char="•"/>
            </a:pPr>
            <a:r>
              <a:rPr dirty="0" lang="en-US"/>
              <a:t>Controls weed growth effectively</a:t>
            </a:r>
          </a:p>
          <a:p>
            <a:pPr indent="-285750" marL="285750">
              <a:buFont typeface="Arial" panose="020B0604020202020204" pitchFamily="34" charset="0"/>
              <a:buChar char="•"/>
            </a:pPr>
            <a:r>
              <a:rPr dirty="0" lang="en-US"/>
              <a:t>Enhances soil structure and health</a:t>
            </a:r>
          </a:p>
          <a:p>
            <a:pPr indent="-285750" marL="285750">
              <a:buFont typeface="Arial" panose="020B0604020202020204" pitchFamily="34" charset="0"/>
              <a:buChar char="•"/>
            </a:pPr>
            <a:r>
              <a:rPr dirty="0" lang="en-US"/>
              <a:t>Ensures efficient use of water and resources</a:t>
            </a:r>
          </a:p>
          <a:p>
            <a:endParaRPr dirty="0" lang="en-I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ircuit">
  <a:themeElements>
    <a:clrScheme name="Circuit">
      <a:dk1>
        <a:sysClr lastClr="000000" val="windowText"/>
      </a:dk1>
      <a:lt1>
        <a:sysClr lastClr="FFFFFF" val="window"/>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fillRect/>
          </a:stretch>
        </a:blip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Praveen Pilipe</dc:creator>
  <cp:lastModifiedBy>Praveen Pilipe</cp:lastModifiedBy>
  <dcterms:created xsi:type="dcterms:W3CDTF">2026-03-31T04:48:52Z</dcterms:created>
  <dcterms:modified xsi:type="dcterms:W3CDTF">2026-04-02T04:10:21Z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03e08dbcbcd94f6e8a8815cb83d803e0</vt:lpwstr>
  </property>
</Properties>
</file>